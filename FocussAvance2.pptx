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8" d="100"/>
          <a:sy n="138" d="100"/>
        </p:scale>
        <p:origin x="75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6309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731520"/>
            <a:ext cx="3200400" cy="3200400"/>
          </a:xfrm>
          <a:prstGeom prst="ellipse">
            <a:avLst/>
          </a:prstGeom>
          <a:solidFill>
            <a:srgbClr val="D9D4F7">
              <a:alpha val="70000"/>
            </a:srgbClr>
          </a:solidFill>
          <a:ln w="12700">
            <a:solidFill>
              <a:srgbClr val="D9D4F7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C8F5EE">
              <a:alpha val="70000"/>
            </a:srgbClr>
          </a:solidFill>
          <a:ln w="12700">
            <a:solidFill>
              <a:srgbClr val="C8F5EE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 err="1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Focuss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94360" y="2331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 de estudio y productividad personal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59" y="3154680"/>
            <a:ext cx="1781695" cy="347472"/>
          </a:xfrm>
          <a:prstGeom prst="roundRect">
            <a:avLst>
              <a:gd name="adj" fmla="val 13158"/>
            </a:avLst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pPr algn="ctr"/>
            <a:endParaRPr lang="es-PE" dirty="0"/>
          </a:p>
        </p:txBody>
      </p:sp>
      <p:sp>
        <p:nvSpPr>
          <p:cNvPr id="8" name="Text 6"/>
          <p:cNvSpPr/>
          <p:nvPr/>
        </p:nvSpPr>
        <p:spPr>
          <a:xfrm>
            <a:off x="594360" y="3154680"/>
            <a:ext cx="178169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37490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Curso: </a:t>
            </a: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de Desarrollo Web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Integrante: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Jeffrey Leyva Sosa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457200"/>
            <a:ext cx="2743200" cy="4206240"/>
          </a:xfrm>
          <a:prstGeom prst="rect">
            <a:avLst/>
          </a:prstGeom>
          <a:solidFill>
            <a:srgbClr val="1A1A1A">
              <a:alpha val="95000"/>
            </a:srgbClr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6217920" y="731520"/>
            <a:ext cx="2743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Vanilla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¿Qué se logró en el Avance 2?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64008" cy="1417320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621792" y="1417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Navegabilidad con servidor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" y="18288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conectado a Spring Boot en localhost:8080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64008" cy="1417320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621792" y="3017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Data sintética (patrón Repository)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" y="34290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Usuarios, tareas y metas en memoria con List&lt;Bean&gt;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123444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2" name="Shape 10"/>
          <p:cNvSpPr/>
          <p:nvPr/>
        </p:nvSpPr>
        <p:spPr>
          <a:xfrm>
            <a:off x="4800600" y="1234440"/>
            <a:ext cx="64008" cy="1417320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4965192" y="1417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API REST implementada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65192" y="18288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para auth, tareas y metas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283464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6" name="Shape 14"/>
          <p:cNvSpPr/>
          <p:nvPr/>
        </p:nvSpPr>
        <p:spPr>
          <a:xfrm>
            <a:off x="4800600" y="2834640"/>
            <a:ext cx="64008" cy="1417320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4965192" y="3017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Migración del frontend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65192" y="34290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reemplazado por fetch() a la API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Herramientas utilizadas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320040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02996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backend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118872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651760" cy="320040"/>
          </a:xfrm>
          <a:prstGeom prst="rect">
            <a:avLst/>
          </a:prstGeom>
          <a:solidFill>
            <a:srgbClr val="ED8B00"/>
          </a:solidFill>
          <a:ln w="12700">
            <a:solidFill>
              <a:srgbClr val="ED8B0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3383280" y="15727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0" y="202996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backend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18872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651760" cy="320040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6217920" y="15727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IDEA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0" y="202996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para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backend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2651760" cy="320040"/>
          </a:xfrm>
          <a:prstGeom prst="rect">
            <a:avLst/>
          </a:prstGeom>
          <a:solidFill>
            <a:srgbClr val="7952B3"/>
          </a:solidFill>
          <a:ln w="12700">
            <a:solidFill>
              <a:srgbClr val="7952B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548640" y="33101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76732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CSS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responsivo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91840" y="292608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0" name="Shape 18"/>
          <p:cNvSpPr/>
          <p:nvPr/>
        </p:nvSpPr>
        <p:spPr>
          <a:xfrm>
            <a:off x="3291840" y="2926080"/>
            <a:ext cx="2651760" cy="32004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3383280" y="33101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83280" y="376732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para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consumir la API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292608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4" name="Shape 22"/>
          <p:cNvSpPr/>
          <p:nvPr/>
        </p:nvSpPr>
        <p:spPr>
          <a:xfrm>
            <a:off x="6126480" y="2926080"/>
            <a:ext cx="2651760" cy="320040"/>
          </a:xfrm>
          <a:prstGeom prst="rect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Text 23"/>
          <p:cNvSpPr/>
          <p:nvPr/>
        </p:nvSpPr>
        <p:spPr>
          <a:xfrm>
            <a:off x="6217920" y="33101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17920" y="376732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para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Arquitectura del sistema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2560320" cy="3291840"/>
          </a:xfrm>
          <a:prstGeom prst="rect">
            <a:avLst/>
          </a:prstGeom>
          <a:solidFill>
            <a:srgbClr val="EAE6FF"/>
          </a:solidFill>
          <a:ln w="1905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194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CF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2194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CF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registro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2194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CF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548640" y="26060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2194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CF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548640" y="31089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/ timer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611880"/>
            <a:ext cx="2194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CF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548640" y="36118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/ perfil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017520" y="2606040"/>
            <a:ext cx="1097280" cy="54864"/>
          </a:xfrm>
          <a:prstGeom prst="rect">
            <a:avLst/>
          </a:prstGeom>
          <a:solidFill>
            <a:srgbClr val="5A5A5A"/>
          </a:solidFill>
          <a:ln w="12700">
            <a:solidFill>
              <a:srgbClr val="5A5A5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2999232" y="233172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999232" y="269748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206240" y="1097280"/>
            <a:ext cx="2286000" cy="3291840"/>
          </a:xfrm>
          <a:prstGeom prst="rect">
            <a:avLst/>
          </a:prstGeom>
          <a:solidFill>
            <a:srgbClr val="E8F8F5"/>
          </a:solidFill>
          <a:ln w="19050">
            <a:solidFill>
              <a:srgbClr val="00CBA9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/>
          <p:nvPr/>
        </p:nvSpPr>
        <p:spPr>
          <a:xfrm>
            <a:off x="4206240" y="1143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43400" y="1600200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B2EDE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4343400" y="160020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/api/auth/login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343400" y="2194560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B2EDE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3" name="Text 21"/>
          <p:cNvSpPr/>
          <p:nvPr/>
        </p:nvSpPr>
        <p:spPr>
          <a:xfrm>
            <a:off x="4343400" y="21945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/api/auth/register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343400" y="2788920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B2EDE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Text 23"/>
          <p:cNvSpPr/>
          <p:nvPr/>
        </p:nvSpPr>
        <p:spPr>
          <a:xfrm>
            <a:off x="4343400" y="27889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/api/tareas/**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343400" y="3383280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B2EDE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7" name="Text 25"/>
          <p:cNvSpPr/>
          <p:nvPr/>
        </p:nvSpPr>
        <p:spPr>
          <a:xfrm>
            <a:off x="4343400" y="338328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/api/metas/**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583680" y="1097280"/>
            <a:ext cx="2286000" cy="3291840"/>
          </a:xfrm>
          <a:prstGeom prst="rect">
            <a:avLst/>
          </a:prstGeom>
          <a:solidFill>
            <a:srgbClr val="F0F0F0"/>
          </a:solidFill>
          <a:ln w="190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9" name="Text 27"/>
          <p:cNvSpPr/>
          <p:nvPr/>
        </p:nvSpPr>
        <p:spPr>
          <a:xfrm>
            <a:off x="6583680" y="1143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720840" y="1600200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1" name="Text 29"/>
          <p:cNvSpPr/>
          <p:nvPr/>
        </p:nvSpPr>
        <p:spPr>
          <a:xfrm>
            <a:off x="6720840" y="160020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20840" y="2194560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3" name="Text 31"/>
          <p:cNvSpPr/>
          <p:nvPr/>
        </p:nvSpPr>
        <p:spPr>
          <a:xfrm>
            <a:off x="6720840" y="21945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720840" y="2788920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5" name="Text 33"/>
          <p:cNvSpPr/>
          <p:nvPr/>
        </p:nvSpPr>
        <p:spPr>
          <a:xfrm>
            <a:off x="6720840" y="27889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720840" y="3383280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7" name="Text 35"/>
          <p:cNvSpPr/>
          <p:nvPr/>
        </p:nvSpPr>
        <p:spPr>
          <a:xfrm>
            <a:off x="6720840" y="338328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(Bean)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510528" y="2606040"/>
            <a:ext cx="91440" cy="54864"/>
          </a:xfrm>
          <a:prstGeom prst="rect">
            <a:avLst/>
          </a:prstGeom>
          <a:solidFill>
            <a:srgbClr val="5A5A5A"/>
          </a:solidFill>
          <a:ln w="12700">
            <a:solidFill>
              <a:srgbClr val="5A5A5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Endpoints de la API REST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73152" cy="292608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99032"/>
            <a:ext cx="914400" cy="274320"/>
          </a:xfrm>
          <a:prstGeom prst="roundRect">
            <a:avLst>
              <a:gd name="adj" fmla="val 13333"/>
            </a:avLst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457200" y="13990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81328" y="13990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/api/auth/login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760720" y="1399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sesión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728216"/>
            <a:ext cx="914400" cy="274320"/>
          </a:xfrm>
          <a:prstGeom prst="roundRect">
            <a:avLst>
              <a:gd name="adj" fmla="val 13333"/>
            </a:avLst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457200" y="17282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81328" y="172821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/api/auth/register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60720" y="17282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usuario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167128"/>
            <a:ext cx="73152" cy="292608"/>
          </a:xfrm>
          <a:prstGeom prst="rect">
            <a:avLst/>
          </a:prstGeom>
          <a:solidFill>
            <a:srgbClr val="00CBA9"/>
          </a:solidFill>
          <a:ln w="12700">
            <a:solidFill>
              <a:srgbClr val="00CBA9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640080" y="21671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514600"/>
            <a:ext cx="914400" cy="274320"/>
          </a:xfrm>
          <a:prstGeom prst="roundRect">
            <a:avLst>
              <a:gd name="adj" fmla="val 13333"/>
            </a:avLst>
          </a:prstGeom>
          <a:solidFill>
            <a:srgbClr val="00CBA9"/>
          </a:solidFill>
          <a:ln w="12700">
            <a:solidFill>
              <a:srgbClr val="00CBA9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457200" y="2514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481328" y="2514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/api/tareas/usuario/{id}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60720" y="2514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Obtener tareas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843784"/>
            <a:ext cx="914400" cy="274320"/>
          </a:xfrm>
          <a:prstGeom prst="roundRect">
            <a:avLst>
              <a:gd name="adj" fmla="val 13333"/>
            </a:avLst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/>
          <p:nvPr/>
        </p:nvSpPr>
        <p:spPr>
          <a:xfrm>
            <a:off x="457200" y="2843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81328" y="28437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/api/tareas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760720" y="28437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tarea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172968"/>
            <a:ext cx="914400" cy="274320"/>
          </a:xfrm>
          <a:prstGeom prst="roundRect">
            <a:avLst>
              <a:gd name="adj" fmla="val 13333"/>
            </a:avLst>
          </a:prstGeom>
          <a:solidFill>
            <a:srgbClr val="ED8B00"/>
          </a:solidFill>
          <a:ln w="12700">
            <a:solidFill>
              <a:srgbClr val="ED8B0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Text 22"/>
          <p:cNvSpPr/>
          <p:nvPr/>
        </p:nvSpPr>
        <p:spPr>
          <a:xfrm>
            <a:off x="457200" y="31729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481328" y="31729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/api/tareas/{id}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760720" y="31729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 tarea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502152"/>
            <a:ext cx="914400" cy="274320"/>
          </a:xfrm>
          <a:prstGeom prst="roundRect">
            <a:avLst>
              <a:gd name="adj" fmla="val 13333"/>
            </a:avLst>
          </a:prstGeom>
          <a:solidFill>
            <a:srgbClr val="FF6B81"/>
          </a:solidFill>
          <a:ln w="12700">
            <a:solidFill>
              <a:srgbClr val="FF6B8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8" name="Text 26"/>
          <p:cNvSpPr/>
          <p:nvPr/>
        </p:nvSpPr>
        <p:spPr>
          <a:xfrm>
            <a:off x="457200" y="35021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481328" y="35021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/api/tareas/{id}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760720" y="35021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tarea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3941064"/>
            <a:ext cx="73152" cy="292608"/>
          </a:xfrm>
          <a:prstGeom prst="rect">
            <a:avLst/>
          </a:prstGeom>
          <a:solidFill>
            <a:srgbClr val="ED8B00"/>
          </a:solidFill>
          <a:ln w="12700">
            <a:solidFill>
              <a:srgbClr val="ED8B0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2" name="Text 30"/>
          <p:cNvSpPr/>
          <p:nvPr/>
        </p:nvSpPr>
        <p:spPr>
          <a:xfrm>
            <a:off x="640080" y="39410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57200" y="4288536"/>
            <a:ext cx="914400" cy="274320"/>
          </a:xfrm>
          <a:prstGeom prst="roundRect">
            <a:avLst>
              <a:gd name="adj" fmla="val 13333"/>
            </a:avLst>
          </a:prstGeom>
          <a:solidFill>
            <a:srgbClr val="00CBA9"/>
          </a:solidFill>
          <a:ln w="12700">
            <a:solidFill>
              <a:srgbClr val="00CBA9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4" name="Text 32"/>
          <p:cNvSpPr/>
          <p:nvPr/>
        </p:nvSpPr>
        <p:spPr>
          <a:xfrm>
            <a:off x="457200" y="42885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481328" y="42885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/api/metas/usuario/{id}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760720" y="42885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Obtener metas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4617720"/>
            <a:ext cx="914400" cy="274320"/>
          </a:xfrm>
          <a:prstGeom prst="roundRect">
            <a:avLst>
              <a:gd name="adj" fmla="val 13333"/>
            </a:avLst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8" name="Text 36"/>
          <p:cNvSpPr/>
          <p:nvPr/>
        </p:nvSpPr>
        <p:spPr>
          <a:xfrm>
            <a:off x="457200" y="4617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481328" y="4617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/api/metas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760720" y="4617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meta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Funcionalidades del Frontend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Autenticación real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16002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y registro validados contra la API. Verificación de credenciales en el backend.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800600" y="1143000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4937760" y="1234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Gestión de tareas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37760" y="16002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Agregar, completar y eliminar tareas conectadas a la API REST.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594360" y="24688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Timer Pomodoro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8346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Anillo animado con modos foco/descanso. Notificación al completar.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00600" y="2377440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4937760" y="24688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Metas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28346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y creación de metas desde el backend con barras de progreso.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611880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594360" y="37033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Protección de rutas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40690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 privadas redirigen al login si no hay sesión activa.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00600" y="3611880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/>
          <p:nvPr/>
        </p:nvSpPr>
        <p:spPr>
          <a:xfrm>
            <a:off x="4937760" y="37033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Modo Demo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40690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sin registro con límite de 2 tareas y sugerencia de cuenta.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Sintética — Patrón Repository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755648"/>
            <a:ext cx="292608" cy="292608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594360" y="1755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7552" y="171907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— Clase Java (Bean) con atributos y getters/setters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414016"/>
            <a:ext cx="292608" cy="292608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594360" y="2414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87552" y="23774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— Lista en memoria List&lt;Bean&gt; con datos de prueba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3072384"/>
            <a:ext cx="292608" cy="292608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594360" y="3072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87552" y="303580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— Lógica de negocio usando el Repository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3730752"/>
            <a:ext cx="292608" cy="292608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594360" y="3730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87552" y="369417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— Expone endpoints REST usando el Service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097280"/>
            <a:ext cx="4206240" cy="34747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4800600" y="1234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B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Usuarios de prueba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1691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Usuario(1L,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00600" y="1965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"Juan Pérez",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0600" y="2240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"juan@email.com",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00600" y="2514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"12345678")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00600" y="2788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00600" y="3063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Usuario(2L,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00600" y="3337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"María García",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3611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"maria@email.com",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00600" y="3886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"12345678")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6C5CE7">
              <a:alpha val="25000"/>
            </a:srgbClr>
          </a:solidFill>
          <a:ln w="12700">
            <a:solidFill>
              <a:srgbClr val="6C5CE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7315200" y="2743200"/>
            <a:ext cx="3200400" cy="3200400"/>
          </a:xfrm>
          <a:prstGeom prst="ellipse">
            <a:avLst/>
          </a:prstGeom>
          <a:solidFill>
            <a:srgbClr val="00CBA9">
              <a:alpha val="20000"/>
            </a:srgbClr>
          </a:solidFill>
          <a:ln w="12700">
            <a:solidFill>
              <a:srgbClr val="00CBA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914400" y="11887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Focuss App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2240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2 </a:t>
            </a:r>
            <a:r>
              <a:rPr lang="en-US" sz="1600" i="1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560320" y="2880360"/>
            <a:ext cx="256032" cy="256032"/>
          </a:xfrm>
          <a:prstGeom prst="rect">
            <a:avLst/>
          </a:prstGeom>
          <a:solidFill>
            <a:srgbClr val="00CBA9"/>
          </a:solidFill>
          <a:ln w="12700">
            <a:solidFill>
              <a:srgbClr val="00CBA9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2560320" y="2880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926080" y="2880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Spring Boot con API REST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3337560"/>
            <a:ext cx="256032" cy="256032"/>
          </a:xfrm>
          <a:prstGeom prst="rect">
            <a:avLst/>
          </a:prstGeom>
          <a:solidFill>
            <a:srgbClr val="00CBA9"/>
          </a:solidFill>
          <a:ln w="12700">
            <a:solidFill>
              <a:srgbClr val="00CBA9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2560320" y="3337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26080" y="3337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sintética con patrón Repository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60320" y="3794760"/>
            <a:ext cx="256032" cy="256032"/>
          </a:xfrm>
          <a:prstGeom prst="rect">
            <a:avLst/>
          </a:prstGeom>
          <a:solidFill>
            <a:srgbClr val="00CBA9"/>
          </a:solidFill>
          <a:ln w="12700">
            <a:solidFill>
              <a:srgbClr val="00CBA9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2560320" y="3794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26080" y="3794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integrado con fetch()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500</Words>
  <Application>Microsoft Office PowerPoint</Application>
  <PresentationFormat>Presentación en pantalla (16:9)</PresentationFormat>
  <Paragraphs>137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Arial</vt:lpstr>
      <vt:lpstr>Arial Black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Focuss App — Avance 2</dc:title>
  <dc:subject>PptxGenJS Presentation</dc:subject>
  <dc:creator>Jeffrey Leyva Sosa</dc:creator>
  <cp:lastModifiedBy>ALUMNO - JEFFREY WILLIAM LEYVA SOSA</cp:lastModifiedBy>
  <cp:revision>2</cp:revision>
  <dcterms:created xsi:type="dcterms:W3CDTF">2026-05-14T01:15:42Z</dcterms:created>
  <dcterms:modified xsi:type="dcterms:W3CDTF">2026-05-14T01:21:30Z</dcterms:modified>
</cp:coreProperties>
</file>