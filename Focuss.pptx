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9144000" cy="5143500" type="screen16x9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2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44440"/>
            <a:ext cx="4111920" cy="237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 rot="10800000">
            <a:off x="-1604160" y="-844560"/>
            <a:ext cx="3281040" cy="2132280"/>
          </a:xfrm>
          <a:custGeom>
            <a:avLst/>
            <a:gdLst>
              <a:gd name="textAreaLeft" fmla="*/ 0 w 3281040"/>
              <a:gd name="textAreaRight" fmla="*/ 3281400 w 3281040"/>
              <a:gd name="textAreaTop" fmla="*/ 0 h 2132280"/>
              <a:gd name="textAreaBottom" fmla="*/ 2132640 h 213228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2;p2"/>
          <p:cNvSpPr/>
          <p:nvPr/>
        </p:nvSpPr>
        <p:spPr>
          <a:xfrm rot="11700000" flipH="1">
            <a:off x="-1514520" y="4121280"/>
            <a:ext cx="3953160" cy="1921320"/>
          </a:xfrm>
          <a:custGeom>
            <a:avLst/>
            <a:gdLst>
              <a:gd name="textAreaLeft" fmla="*/ -360 w 3953160"/>
              <a:gd name="textAreaRight" fmla="*/ 3953160 w 39531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3160" y="1477440"/>
            <a:ext cx="6575760" cy="152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64;p11"/>
          <p:cNvSpPr/>
          <p:nvPr/>
        </p:nvSpPr>
        <p:spPr>
          <a:xfrm rot="19699800" flipH="1">
            <a:off x="-500400" y="-435960"/>
            <a:ext cx="1729080" cy="1397880"/>
          </a:xfrm>
          <a:custGeom>
            <a:avLst/>
            <a:gdLst>
              <a:gd name="textAreaLeft" fmla="*/ -360 w 1729080"/>
              <a:gd name="textAreaRight" fmla="*/ 1729080 w 1729080"/>
              <a:gd name="textAreaTop" fmla="*/ 0 h 1397880"/>
              <a:gd name="textAreaBottom" fmla="*/ 1398240 h 13978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165;p11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66;p11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167;p11"/>
          <p:cNvSpPr/>
          <p:nvPr/>
        </p:nvSpPr>
        <p:spPr>
          <a:xfrm rot="531600" flipH="1">
            <a:off x="-1223640" y="3829320"/>
            <a:ext cx="2902680" cy="2346840"/>
          </a:xfrm>
          <a:custGeom>
            <a:avLst/>
            <a:gdLst>
              <a:gd name="textAreaLeft" fmla="*/ -360 w 2902680"/>
              <a:gd name="textAreaRight" fmla="*/ 2902680 w 2902680"/>
              <a:gd name="textAreaTop" fmla="*/ 0 h 2346840"/>
              <a:gd name="textAreaBottom" fmla="*/ 2347200 h 23468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" name="Google Shape;168;p11"/>
          <p:cNvGrpSpPr/>
          <p:nvPr/>
        </p:nvGrpSpPr>
        <p:grpSpPr>
          <a:xfrm>
            <a:off x="7441560" y="289800"/>
            <a:ext cx="1366560" cy="1381680"/>
            <a:chOff x="7441560" y="289800"/>
            <a:chExt cx="1366560" cy="1381680"/>
          </a:xfrm>
        </p:grpSpPr>
        <p:sp>
          <p:nvSpPr>
            <p:cNvPr id="12" name="Google Shape;169;p11"/>
            <p:cNvSpPr/>
            <p:nvPr/>
          </p:nvSpPr>
          <p:spPr>
            <a:xfrm>
              <a:off x="7568640" y="416880"/>
              <a:ext cx="1239480" cy="1254600"/>
            </a:xfrm>
            <a:custGeom>
              <a:avLst/>
              <a:gdLst>
                <a:gd name="textAreaLeft" fmla="*/ 0 w 1239480"/>
                <a:gd name="textAreaRight" fmla="*/ 1239840 w 12394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170;p11"/>
            <p:cNvSpPr/>
            <p:nvPr/>
          </p:nvSpPr>
          <p:spPr>
            <a:xfrm>
              <a:off x="7505280" y="289800"/>
              <a:ext cx="1239480" cy="1254600"/>
            </a:xfrm>
            <a:custGeom>
              <a:avLst/>
              <a:gdLst>
                <a:gd name="textAreaLeft" fmla="*/ 0 w 1239480"/>
                <a:gd name="textAreaRight" fmla="*/ 1239840 w 12394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" name="Google Shape;171;p11"/>
            <p:cNvGrpSpPr/>
            <p:nvPr/>
          </p:nvGrpSpPr>
          <p:grpSpPr>
            <a:xfrm>
              <a:off x="7441560" y="353520"/>
              <a:ext cx="1237680" cy="1252800"/>
              <a:chOff x="7441560" y="353520"/>
              <a:chExt cx="1237680" cy="1252800"/>
            </a:xfrm>
          </p:grpSpPr>
          <p:sp>
            <p:nvSpPr>
              <p:cNvPr id="15" name="Google Shape;172;p11"/>
              <p:cNvSpPr/>
              <p:nvPr/>
            </p:nvSpPr>
            <p:spPr>
              <a:xfrm>
                <a:off x="7441560" y="353520"/>
                <a:ext cx="1237680" cy="1252800"/>
              </a:xfrm>
              <a:custGeom>
                <a:avLst/>
                <a:gdLst>
                  <a:gd name="textAreaLeft" fmla="*/ 0 w 1237680"/>
                  <a:gd name="textAreaRight" fmla="*/ 1238040 w 1237680"/>
                  <a:gd name="textAreaTop" fmla="*/ 0 h 1252800"/>
                  <a:gd name="textAreaBottom" fmla="*/ 1253160 h 1252800"/>
                </a:gdLst>
                <a:ahLst/>
                <a:cxnLst/>
                <a:rect l="textAreaLeft" t="textAreaTop" r="textAreaRight" b="textAreaBottom"/>
                <a:pathLst>
                  <a:path w="1959864" h="1983676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173;p11"/>
              <p:cNvSpPr/>
              <p:nvPr/>
            </p:nvSpPr>
            <p:spPr>
              <a:xfrm>
                <a:off x="7441560" y="353520"/>
                <a:ext cx="1237680" cy="108360"/>
              </a:xfrm>
              <a:custGeom>
                <a:avLst/>
                <a:gdLst>
                  <a:gd name="textAreaLeft" fmla="*/ 0 w 1237680"/>
                  <a:gd name="textAreaRight" fmla="*/ 1238040 w 1237680"/>
                  <a:gd name="textAreaTop" fmla="*/ 0 h 108360"/>
                  <a:gd name="textAreaBottom" fmla="*/ 108720 h 108360"/>
                </a:gdLst>
                <a:ahLst/>
                <a:cxnLst/>
                <a:rect l="textAreaLeft" t="textAreaTop" r="textAreaRight" b="textAreaBottom"/>
                <a:pathLst>
                  <a:path w="1959958" h="172307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" name="Google Shape;174;p11"/>
              <p:cNvGrpSpPr/>
              <p:nvPr/>
            </p:nvGrpSpPr>
            <p:grpSpPr>
              <a:xfrm>
                <a:off x="7498800" y="394920"/>
                <a:ext cx="160920" cy="40320"/>
                <a:chOff x="7498800" y="394920"/>
                <a:chExt cx="160920" cy="40320"/>
              </a:xfrm>
            </p:grpSpPr>
            <p:sp>
              <p:nvSpPr>
                <p:cNvPr id="18" name="Google Shape;175;p11"/>
                <p:cNvSpPr/>
                <p:nvPr/>
              </p:nvSpPr>
              <p:spPr>
                <a:xfrm>
                  <a:off x="761940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" name="Google Shape;176;p11"/>
                <p:cNvSpPr/>
                <p:nvPr/>
              </p:nvSpPr>
              <p:spPr>
                <a:xfrm>
                  <a:off x="755928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177;p11"/>
                <p:cNvSpPr/>
                <p:nvPr/>
              </p:nvSpPr>
              <p:spPr>
                <a:xfrm>
                  <a:off x="749880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1" name="Google Shape;178;p11"/>
            <p:cNvGrpSpPr/>
            <p:nvPr/>
          </p:nvGrpSpPr>
          <p:grpSpPr>
            <a:xfrm>
              <a:off x="7612200" y="595080"/>
              <a:ext cx="896400" cy="922320"/>
              <a:chOff x="7612200" y="595080"/>
              <a:chExt cx="896400" cy="922320"/>
            </a:xfrm>
          </p:grpSpPr>
          <p:grpSp>
            <p:nvGrpSpPr>
              <p:cNvPr id="22" name="Google Shape;179;p11"/>
              <p:cNvGrpSpPr/>
              <p:nvPr/>
            </p:nvGrpSpPr>
            <p:grpSpPr>
              <a:xfrm>
                <a:off x="7612200" y="1245600"/>
                <a:ext cx="381960" cy="264960"/>
                <a:chOff x="7612200" y="1245600"/>
                <a:chExt cx="381960" cy="264960"/>
              </a:xfrm>
            </p:grpSpPr>
            <p:sp>
              <p:nvSpPr>
                <p:cNvPr id="23" name="Google Shape;180;p11"/>
                <p:cNvSpPr/>
                <p:nvPr/>
              </p:nvSpPr>
              <p:spPr>
                <a:xfrm>
                  <a:off x="7612200" y="124560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181;p11"/>
                <p:cNvSpPr/>
                <p:nvPr/>
              </p:nvSpPr>
              <p:spPr>
                <a:xfrm>
                  <a:off x="7775280" y="124560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" name="Google Shape;182;p11"/>
                <p:cNvSpPr/>
                <p:nvPr/>
              </p:nvSpPr>
              <p:spPr>
                <a:xfrm>
                  <a:off x="7902720" y="124560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" name="Google Shape;183;p11"/>
                <p:cNvSpPr/>
                <p:nvPr/>
              </p:nvSpPr>
              <p:spPr>
                <a:xfrm>
                  <a:off x="7686000" y="1323000"/>
                  <a:ext cx="307800" cy="33120"/>
                </a:xfrm>
                <a:custGeom>
                  <a:avLst/>
                  <a:gdLst>
                    <a:gd name="textAreaLeft" fmla="*/ 0 w 307800"/>
                    <a:gd name="textAreaRight" fmla="*/ 308160 w 3078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184;p11"/>
                <p:cNvSpPr/>
                <p:nvPr/>
              </p:nvSpPr>
              <p:spPr>
                <a:xfrm>
                  <a:off x="7612200" y="1323000"/>
                  <a:ext cx="56160" cy="33120"/>
                </a:xfrm>
                <a:custGeom>
                  <a:avLst/>
                  <a:gdLst>
                    <a:gd name="textAreaLeft" fmla="*/ 0 w 56160"/>
                    <a:gd name="textAreaRight" fmla="*/ 56520 w 5616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185;p11"/>
                <p:cNvSpPr/>
                <p:nvPr/>
              </p:nvSpPr>
              <p:spPr>
                <a:xfrm>
                  <a:off x="7782120" y="140040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186;p11"/>
                <p:cNvSpPr/>
                <p:nvPr/>
              </p:nvSpPr>
              <p:spPr>
                <a:xfrm>
                  <a:off x="7941960" y="140040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187;p11"/>
                <p:cNvSpPr/>
                <p:nvPr/>
              </p:nvSpPr>
              <p:spPr>
                <a:xfrm>
                  <a:off x="7612200" y="140040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188;p11"/>
                <p:cNvSpPr/>
                <p:nvPr/>
              </p:nvSpPr>
              <p:spPr>
                <a:xfrm>
                  <a:off x="7722000" y="147744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189;p11"/>
                <p:cNvSpPr/>
                <p:nvPr/>
              </p:nvSpPr>
              <p:spPr>
                <a:xfrm>
                  <a:off x="7612200" y="147744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" name="Google Shape;190;p11"/>
              <p:cNvGrpSpPr/>
              <p:nvPr/>
            </p:nvGrpSpPr>
            <p:grpSpPr>
              <a:xfrm>
                <a:off x="8126280" y="595080"/>
                <a:ext cx="381600" cy="264960"/>
                <a:chOff x="8126280" y="595080"/>
                <a:chExt cx="381600" cy="264960"/>
              </a:xfrm>
            </p:grpSpPr>
            <p:sp>
              <p:nvSpPr>
                <p:cNvPr id="34" name="Google Shape;191;p11"/>
                <p:cNvSpPr/>
                <p:nvPr/>
              </p:nvSpPr>
              <p:spPr>
                <a:xfrm>
                  <a:off x="8126280" y="59508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192;p11"/>
                <p:cNvSpPr/>
                <p:nvPr/>
              </p:nvSpPr>
              <p:spPr>
                <a:xfrm>
                  <a:off x="8289360" y="59508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" name="Google Shape;193;p11"/>
                <p:cNvSpPr/>
                <p:nvPr/>
              </p:nvSpPr>
              <p:spPr>
                <a:xfrm>
                  <a:off x="8416800" y="59508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" name="Google Shape;194;p11"/>
                <p:cNvSpPr/>
                <p:nvPr/>
              </p:nvSpPr>
              <p:spPr>
                <a:xfrm>
                  <a:off x="8200080" y="672120"/>
                  <a:ext cx="307800" cy="33120"/>
                </a:xfrm>
                <a:custGeom>
                  <a:avLst/>
                  <a:gdLst>
                    <a:gd name="textAreaLeft" fmla="*/ 0 w 307800"/>
                    <a:gd name="textAreaRight" fmla="*/ 308160 w 3078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" name="Google Shape;195;p11"/>
                <p:cNvSpPr/>
                <p:nvPr/>
              </p:nvSpPr>
              <p:spPr>
                <a:xfrm>
                  <a:off x="8126280" y="672120"/>
                  <a:ext cx="56160" cy="33120"/>
                </a:xfrm>
                <a:custGeom>
                  <a:avLst/>
                  <a:gdLst>
                    <a:gd name="textAreaLeft" fmla="*/ 0 w 56160"/>
                    <a:gd name="textAreaRight" fmla="*/ 56520 w 5616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" name="Google Shape;196;p11"/>
                <p:cNvSpPr/>
                <p:nvPr/>
              </p:nvSpPr>
              <p:spPr>
                <a:xfrm>
                  <a:off x="8296200" y="74952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" name="Google Shape;197;p11"/>
                <p:cNvSpPr/>
                <p:nvPr/>
              </p:nvSpPr>
              <p:spPr>
                <a:xfrm>
                  <a:off x="8455680" y="74952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" name="Google Shape;198;p11"/>
                <p:cNvSpPr/>
                <p:nvPr/>
              </p:nvSpPr>
              <p:spPr>
                <a:xfrm>
                  <a:off x="8126280" y="74952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199;p11"/>
                <p:cNvSpPr/>
                <p:nvPr/>
              </p:nvSpPr>
              <p:spPr>
                <a:xfrm>
                  <a:off x="8236080" y="82692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00;p11"/>
                <p:cNvSpPr/>
                <p:nvPr/>
              </p:nvSpPr>
              <p:spPr>
                <a:xfrm>
                  <a:off x="8126280" y="82692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4" name="Google Shape;201;p11"/>
              <p:cNvGrpSpPr/>
              <p:nvPr/>
            </p:nvGrpSpPr>
            <p:grpSpPr>
              <a:xfrm>
                <a:off x="8126280" y="923400"/>
                <a:ext cx="381600" cy="191520"/>
                <a:chOff x="8126280" y="923400"/>
                <a:chExt cx="381600" cy="191520"/>
              </a:xfrm>
            </p:grpSpPr>
            <p:sp>
              <p:nvSpPr>
                <p:cNvPr id="45" name="Google Shape;202;p11"/>
                <p:cNvSpPr/>
                <p:nvPr/>
              </p:nvSpPr>
              <p:spPr>
                <a:xfrm>
                  <a:off x="8126280" y="92340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203;p11"/>
                <p:cNvSpPr/>
                <p:nvPr/>
              </p:nvSpPr>
              <p:spPr>
                <a:xfrm>
                  <a:off x="8289360" y="92340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" name="Google Shape;204;p11"/>
                <p:cNvSpPr/>
                <p:nvPr/>
              </p:nvSpPr>
              <p:spPr>
                <a:xfrm>
                  <a:off x="8416800" y="92340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205;p11"/>
                <p:cNvSpPr/>
                <p:nvPr/>
              </p:nvSpPr>
              <p:spPr>
                <a:xfrm>
                  <a:off x="8296200" y="100440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206;p11"/>
                <p:cNvSpPr/>
                <p:nvPr/>
              </p:nvSpPr>
              <p:spPr>
                <a:xfrm>
                  <a:off x="8455680" y="100440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207;p11"/>
                <p:cNvSpPr/>
                <p:nvPr/>
              </p:nvSpPr>
              <p:spPr>
                <a:xfrm>
                  <a:off x="8126280" y="100440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08;p11"/>
                <p:cNvSpPr/>
                <p:nvPr/>
              </p:nvSpPr>
              <p:spPr>
                <a:xfrm>
                  <a:off x="8236080" y="108180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09;p11"/>
                <p:cNvSpPr/>
                <p:nvPr/>
              </p:nvSpPr>
              <p:spPr>
                <a:xfrm>
                  <a:off x="8126280" y="108180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53" name="Google Shape;210;p11"/>
              <p:cNvSpPr/>
              <p:nvPr/>
            </p:nvSpPr>
            <p:spPr>
              <a:xfrm>
                <a:off x="8126280" y="1240560"/>
                <a:ext cx="382320" cy="276840"/>
              </a:xfrm>
              <a:custGeom>
                <a:avLst/>
                <a:gdLst>
                  <a:gd name="textAreaLeft" fmla="*/ 0 w 382320"/>
                  <a:gd name="textAreaRight" fmla="*/ 382680 w 382320"/>
                  <a:gd name="textAreaTop" fmla="*/ 0 h 276840"/>
                  <a:gd name="textAreaBottom" fmla="*/ 277200 h 276840"/>
                </a:gdLst>
                <a:ahLst/>
                <a:cxnLst/>
                <a:rect l="textAreaLeft" t="textAreaTop" r="textAreaRight" b="textAreaBottom"/>
                <a:pathLst>
                  <a:path w="605885" h="438816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211;p11"/>
              <p:cNvSpPr/>
              <p:nvPr/>
            </p:nvSpPr>
            <p:spPr>
              <a:xfrm>
                <a:off x="7612200" y="598680"/>
                <a:ext cx="382320" cy="514800"/>
              </a:xfrm>
              <a:custGeom>
                <a:avLst/>
                <a:gdLst>
                  <a:gd name="textAreaLeft" fmla="*/ 0 w 382320"/>
                  <a:gd name="textAreaRight" fmla="*/ 382680 w 382320"/>
                  <a:gd name="textAreaTop" fmla="*/ 0 h 514800"/>
                  <a:gd name="textAreaBottom" fmla="*/ 515160 h 514800"/>
                </a:gdLst>
                <a:ahLst/>
                <a:cxnLst/>
                <a:rect l="textAreaLeft" t="textAreaTop" r="textAreaRight" b="textAreaBottom"/>
                <a:pathLst>
                  <a:path w="605885" h="815149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" name="Google Shape;212;p11"/>
            <p:cNvGrpSpPr/>
            <p:nvPr/>
          </p:nvGrpSpPr>
          <p:grpSpPr>
            <a:xfrm>
              <a:off x="7553160" y="556200"/>
              <a:ext cx="492840" cy="600480"/>
              <a:chOff x="7553160" y="556200"/>
              <a:chExt cx="492840" cy="600480"/>
            </a:xfrm>
          </p:grpSpPr>
          <p:grpSp>
            <p:nvGrpSpPr>
              <p:cNvPr id="56" name="Google Shape;213;p11"/>
              <p:cNvGrpSpPr/>
              <p:nvPr/>
            </p:nvGrpSpPr>
            <p:grpSpPr>
              <a:xfrm>
                <a:off x="7566480" y="569520"/>
                <a:ext cx="472320" cy="579600"/>
                <a:chOff x="7566480" y="569520"/>
                <a:chExt cx="472320" cy="579600"/>
              </a:xfrm>
            </p:grpSpPr>
            <p:sp>
              <p:nvSpPr>
                <p:cNvPr id="57" name="Google Shape;214;p11"/>
                <p:cNvSpPr/>
                <p:nvPr/>
              </p:nvSpPr>
              <p:spPr>
                <a:xfrm>
                  <a:off x="7574400" y="1143360"/>
                  <a:ext cx="442080" cy="5760"/>
                </a:xfrm>
                <a:custGeom>
                  <a:avLst/>
                  <a:gdLst>
                    <a:gd name="textAreaLeft" fmla="*/ 0 w 442080"/>
                    <a:gd name="textAreaRight" fmla="*/ 442440 w 442080"/>
                    <a:gd name="textAreaTop" fmla="*/ 0 h 5760"/>
                    <a:gd name="textAreaBottom" fmla="*/ 6120 h 576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" bIns="2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" name="Google Shape;215;p11"/>
                <p:cNvSpPr/>
                <p:nvPr/>
              </p:nvSpPr>
              <p:spPr>
                <a:xfrm>
                  <a:off x="7566480" y="577440"/>
                  <a:ext cx="5760" cy="549720"/>
                </a:xfrm>
                <a:custGeom>
                  <a:avLst/>
                  <a:gdLst>
                    <a:gd name="textAreaLeft" fmla="*/ 0 w 5760"/>
                    <a:gd name="textAreaRight" fmla="*/ 6120 w 5760"/>
                    <a:gd name="textAreaTop" fmla="*/ 0 h 549720"/>
                    <a:gd name="textAreaBottom" fmla="*/ 550080 h 54972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" name="Google Shape;216;p11"/>
                <p:cNvSpPr/>
                <p:nvPr/>
              </p:nvSpPr>
              <p:spPr>
                <a:xfrm>
                  <a:off x="7582680" y="569520"/>
                  <a:ext cx="442080" cy="5760"/>
                </a:xfrm>
                <a:custGeom>
                  <a:avLst/>
                  <a:gdLst>
                    <a:gd name="textAreaLeft" fmla="*/ 0 w 442080"/>
                    <a:gd name="textAreaRight" fmla="*/ 442440 w 442080"/>
                    <a:gd name="textAreaTop" fmla="*/ 0 h 5760"/>
                    <a:gd name="textAreaBottom" fmla="*/ 6120 h 576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" bIns="2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" name="Google Shape;217;p11"/>
                <p:cNvSpPr/>
                <p:nvPr/>
              </p:nvSpPr>
              <p:spPr>
                <a:xfrm>
                  <a:off x="8033040" y="585360"/>
                  <a:ext cx="5760" cy="549720"/>
                </a:xfrm>
                <a:custGeom>
                  <a:avLst/>
                  <a:gdLst>
                    <a:gd name="textAreaLeft" fmla="*/ 0 w 5760"/>
                    <a:gd name="textAreaRight" fmla="*/ 6120 w 5760"/>
                    <a:gd name="textAreaTop" fmla="*/ 0 h 549720"/>
                    <a:gd name="textAreaBottom" fmla="*/ 550080 h 54972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1" name="Google Shape;218;p11"/>
              <p:cNvGrpSpPr/>
              <p:nvPr/>
            </p:nvGrpSpPr>
            <p:grpSpPr>
              <a:xfrm>
                <a:off x="7553160" y="556200"/>
                <a:ext cx="492840" cy="600480"/>
                <a:chOff x="7553160" y="556200"/>
                <a:chExt cx="492840" cy="600480"/>
              </a:xfrm>
            </p:grpSpPr>
            <p:grpSp>
              <p:nvGrpSpPr>
                <p:cNvPr id="62" name="Google Shape;219;p11"/>
                <p:cNvGrpSpPr/>
                <p:nvPr/>
              </p:nvGrpSpPr>
              <p:grpSpPr>
                <a:xfrm>
                  <a:off x="7553160" y="556200"/>
                  <a:ext cx="492840" cy="26280"/>
                  <a:chOff x="7553160" y="556200"/>
                  <a:chExt cx="492840" cy="26280"/>
                </a:xfrm>
              </p:grpSpPr>
              <p:sp>
                <p:nvSpPr>
                  <p:cNvPr id="63" name="Google Shape;220;p11"/>
                  <p:cNvSpPr/>
                  <p:nvPr/>
                </p:nvSpPr>
                <p:spPr>
                  <a:xfrm>
                    <a:off x="755316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4" name="Google Shape;221;p11"/>
                  <p:cNvSpPr/>
                  <p:nvPr/>
                </p:nvSpPr>
                <p:spPr>
                  <a:xfrm>
                    <a:off x="778644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5" name="Google Shape;222;p11"/>
                  <p:cNvSpPr/>
                  <p:nvPr/>
                </p:nvSpPr>
                <p:spPr>
                  <a:xfrm>
                    <a:off x="801972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6" name="Google Shape;223;p11"/>
                <p:cNvGrpSpPr/>
                <p:nvPr/>
              </p:nvGrpSpPr>
              <p:grpSpPr>
                <a:xfrm>
                  <a:off x="7553160" y="843120"/>
                  <a:ext cx="492840" cy="26280"/>
                  <a:chOff x="7553160" y="843120"/>
                  <a:chExt cx="492840" cy="26280"/>
                </a:xfrm>
              </p:grpSpPr>
              <p:sp>
                <p:nvSpPr>
                  <p:cNvPr id="67" name="Google Shape;224;p11"/>
                  <p:cNvSpPr/>
                  <p:nvPr/>
                </p:nvSpPr>
                <p:spPr>
                  <a:xfrm>
                    <a:off x="7553160" y="84312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8" name="Google Shape;225;p11"/>
                  <p:cNvSpPr/>
                  <p:nvPr/>
                </p:nvSpPr>
                <p:spPr>
                  <a:xfrm>
                    <a:off x="8019720" y="84312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9" name="Google Shape;226;p11"/>
                <p:cNvGrpSpPr/>
                <p:nvPr/>
              </p:nvGrpSpPr>
              <p:grpSpPr>
                <a:xfrm>
                  <a:off x="7553160" y="1130400"/>
                  <a:ext cx="492840" cy="26280"/>
                  <a:chOff x="7553160" y="1130400"/>
                  <a:chExt cx="492840" cy="26280"/>
                </a:xfrm>
              </p:grpSpPr>
              <p:sp>
                <p:nvSpPr>
                  <p:cNvPr id="70" name="Google Shape;227;p11"/>
                  <p:cNvSpPr/>
                  <p:nvPr/>
                </p:nvSpPr>
                <p:spPr>
                  <a:xfrm>
                    <a:off x="755316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1" name="Google Shape;228;p11"/>
                  <p:cNvSpPr/>
                  <p:nvPr/>
                </p:nvSpPr>
                <p:spPr>
                  <a:xfrm>
                    <a:off x="778644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229;p11"/>
                  <p:cNvSpPr/>
                  <p:nvPr/>
                </p:nvSpPr>
                <p:spPr>
                  <a:xfrm>
                    <a:off x="801972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73" name="Google Shape;230;p11"/>
            <p:cNvGrpSpPr/>
            <p:nvPr/>
          </p:nvGrpSpPr>
          <p:grpSpPr>
            <a:xfrm>
              <a:off x="7821000" y="1008000"/>
              <a:ext cx="161640" cy="93960"/>
              <a:chOff x="7821000" y="1008000"/>
              <a:chExt cx="161640" cy="93960"/>
            </a:xfrm>
          </p:grpSpPr>
          <p:sp>
            <p:nvSpPr>
              <p:cNvPr id="74" name="Google Shape;231;p11"/>
              <p:cNvSpPr/>
              <p:nvPr/>
            </p:nvSpPr>
            <p:spPr>
              <a:xfrm>
                <a:off x="7821000" y="1008000"/>
                <a:ext cx="161640" cy="9396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256508" h="149542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5" name="Google Shape;232;p11"/>
              <p:cNvGrpSpPr/>
              <p:nvPr/>
            </p:nvGrpSpPr>
            <p:grpSpPr>
              <a:xfrm>
                <a:off x="7842960" y="1024560"/>
                <a:ext cx="115920" cy="62280"/>
                <a:chOff x="7842960" y="1024560"/>
                <a:chExt cx="115920" cy="62280"/>
              </a:xfrm>
            </p:grpSpPr>
            <p:grpSp>
              <p:nvGrpSpPr>
                <p:cNvPr id="76" name="Google Shape;233;p11"/>
                <p:cNvGrpSpPr/>
                <p:nvPr/>
              </p:nvGrpSpPr>
              <p:grpSpPr>
                <a:xfrm>
                  <a:off x="7899120" y="1025640"/>
                  <a:ext cx="59760" cy="59760"/>
                  <a:chOff x="7899120" y="1025640"/>
                  <a:chExt cx="59760" cy="59760"/>
                </a:xfrm>
              </p:grpSpPr>
              <p:sp>
                <p:nvSpPr>
                  <p:cNvPr id="77" name="Google Shape;234;p11"/>
                  <p:cNvSpPr/>
                  <p:nvPr/>
                </p:nvSpPr>
                <p:spPr>
                  <a:xfrm>
                    <a:off x="7899120" y="1058760"/>
                    <a:ext cx="26640" cy="26640"/>
                  </a:xfrm>
                  <a:custGeom>
                    <a:avLst/>
                    <a:gdLst>
                      <a:gd name="textAreaLeft" fmla="*/ 0 w 26640"/>
                      <a:gd name="textAreaRight" fmla="*/ 27000 w 26640"/>
                      <a:gd name="textAreaTop" fmla="*/ 0 h 26640"/>
                      <a:gd name="textAreaBottom" fmla="*/ 27000 h 26640"/>
                    </a:gdLst>
                    <a:ahLst/>
                    <a:cxnLst/>
                    <a:rect l="textAreaLeft" t="textAreaTop" r="textAreaRight" b="textAreaBottom"/>
                    <a:pathLst>
                      <a:path w="42671" h="42672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" name="Google Shape;235;p11"/>
                  <p:cNvSpPr/>
                  <p:nvPr/>
                </p:nvSpPr>
                <p:spPr>
                  <a:xfrm>
                    <a:off x="7917840" y="1025640"/>
                    <a:ext cx="41040" cy="41040"/>
                  </a:xfrm>
                  <a:custGeom>
                    <a:avLst/>
                    <a:gdLst>
                      <a:gd name="textAreaLeft" fmla="*/ 0 w 41040"/>
                      <a:gd name="textAreaRight" fmla="*/ 41400 w 41040"/>
                      <a:gd name="textAreaTop" fmla="*/ 0 h 41040"/>
                      <a:gd name="textAreaBottom" fmla="*/ 41400 h 41040"/>
                    </a:gdLst>
                    <a:ahLst/>
                    <a:cxnLst/>
                    <a:rect l="textAreaLeft" t="textAreaTop" r="textAreaRight" b="textAreaBottom"/>
                    <a:pathLst>
                      <a:path w="65418" h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0520" bIns="205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79" name="Google Shape;236;p11"/>
                <p:cNvGrpSpPr/>
                <p:nvPr/>
              </p:nvGrpSpPr>
              <p:grpSpPr>
                <a:xfrm>
                  <a:off x="7842960" y="1024560"/>
                  <a:ext cx="61920" cy="62280"/>
                  <a:chOff x="7842960" y="1024560"/>
                  <a:chExt cx="61920" cy="62280"/>
                </a:xfrm>
              </p:grpSpPr>
              <p:sp>
                <p:nvSpPr>
                  <p:cNvPr id="80" name="Google Shape;237;p11"/>
                  <p:cNvSpPr/>
                  <p:nvPr/>
                </p:nvSpPr>
                <p:spPr>
                  <a:xfrm>
                    <a:off x="7842960" y="1024560"/>
                    <a:ext cx="61920" cy="62280"/>
                  </a:xfrm>
                  <a:custGeom>
                    <a:avLst/>
                    <a:gdLst>
                      <a:gd name="textAreaLeft" fmla="*/ 0 w 61920"/>
                      <a:gd name="textAreaRight" fmla="*/ 62280 w 61920"/>
                      <a:gd name="textAreaTop" fmla="*/ 0 h 62280"/>
                      <a:gd name="textAreaBottom" fmla="*/ 62640 h 62280"/>
                    </a:gdLst>
                    <a:ahLst/>
                    <a:cxnLst/>
                    <a:rect l="textAreaLeft" t="textAreaTop" r="textAreaRight" b="textAreaBottom"/>
                    <a:pathLst>
                      <a:path w="98773" h="98921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1320" bIns="31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" name="Google Shape;238;p11"/>
                  <p:cNvSpPr/>
                  <p:nvPr/>
                </p:nvSpPr>
                <p:spPr>
                  <a:xfrm>
                    <a:off x="7868880" y="1051560"/>
                    <a:ext cx="9360" cy="9360"/>
                  </a:xfrm>
                  <a:custGeom>
                    <a:avLst/>
                    <a:gdLst>
                      <a:gd name="textAreaLeft" fmla="*/ 0 w 9360"/>
                      <a:gd name="textAreaRight" fmla="*/ 9720 w 9360"/>
                      <a:gd name="textAreaTop" fmla="*/ 0 h 9360"/>
                      <a:gd name="textAreaBottom" fmla="*/ 9720 h 9360"/>
                    </a:gdLst>
                    <a:ahLst/>
                    <a:cxnLst/>
                    <a:rect l="textAreaLeft" t="textAreaTop" r="textAreaRight" b="textAreaBottom"/>
                    <a:pathLst>
                      <a:path w="15573" h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680" bIns="4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1100880" y="12034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title"/>
          </p:nvPr>
        </p:nvSpPr>
        <p:spPr>
          <a:xfrm>
            <a:off x="1100880" y="2789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3419280" y="12034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title"/>
          </p:nvPr>
        </p:nvSpPr>
        <p:spPr>
          <a:xfrm>
            <a:off x="3419280" y="2789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title"/>
          </p:nvPr>
        </p:nvSpPr>
        <p:spPr>
          <a:xfrm>
            <a:off x="5737680" y="12034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title"/>
          </p:nvPr>
        </p:nvSpPr>
        <p:spPr>
          <a:xfrm>
            <a:off x="5737680" y="2789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254;p13"/>
          <p:cNvSpPr/>
          <p:nvPr/>
        </p:nvSpPr>
        <p:spPr>
          <a:xfrm rot="8820000" flipH="1">
            <a:off x="7035120" y="3934080"/>
            <a:ext cx="3158280" cy="250920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2509200"/>
              <a:gd name="textAreaBottom" fmla="*/ 2509560 h 2509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Google Shape;255;p13"/>
          <p:cNvSpPr/>
          <p:nvPr/>
        </p:nvSpPr>
        <p:spPr>
          <a:xfrm rot="17943000" flipH="1">
            <a:off x="-1336680" y="-858960"/>
            <a:ext cx="2745360" cy="1921320"/>
          </a:xfrm>
          <a:custGeom>
            <a:avLst/>
            <a:gdLst>
              <a:gd name="textAreaLeft" fmla="*/ 360 w 2745360"/>
              <a:gd name="textAreaRight" fmla="*/ 2746080 w 27453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1" name="Google Shape;256;p13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92" name="Google Shape;257;p13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93" name="Google Shape;258;p13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4" name="Google Shape;259;p13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95" name="Google Shape;260;p13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261;p13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" name="Google Shape;262;p13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8" name="Google Shape;263;p13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99" name="Google Shape;264;p13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0" name="Google Shape;265;p13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101" name="Google Shape;266;p13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102" name="Google Shape;267;p13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3" name="Google Shape;268;p13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04" name="Google Shape;269;p13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105" name="Google Shape;270;p13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6" name="Google Shape;271;p13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07" name="Google Shape;272;p13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108" name="Google Shape;273;p13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" name="Google Shape;274;p13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sp>
        <p:nvSpPr>
          <p:cNvPr id="110" name="Google Shape;275;p13"/>
          <p:cNvSpPr/>
          <p:nvPr/>
        </p:nvSpPr>
        <p:spPr>
          <a:xfrm>
            <a:off x="63000" y="4828680"/>
            <a:ext cx="733680" cy="45000"/>
          </a:xfrm>
          <a:custGeom>
            <a:avLst/>
            <a:gdLst>
              <a:gd name="textAreaLeft" fmla="*/ 0 w 733680"/>
              <a:gd name="textAreaRight" fmla="*/ 734040 w 73368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824770" h="50863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1" name="Google Shape;276;p13"/>
          <p:cNvGrpSpPr/>
          <p:nvPr/>
        </p:nvGrpSpPr>
        <p:grpSpPr>
          <a:xfrm>
            <a:off x="103320" y="3891240"/>
            <a:ext cx="668160" cy="959400"/>
            <a:chOff x="103320" y="3891240"/>
            <a:chExt cx="668160" cy="959400"/>
          </a:xfrm>
        </p:grpSpPr>
        <p:grpSp>
          <p:nvGrpSpPr>
            <p:cNvPr id="112" name="Google Shape;277;p13"/>
            <p:cNvGrpSpPr/>
            <p:nvPr/>
          </p:nvGrpSpPr>
          <p:grpSpPr>
            <a:xfrm>
              <a:off x="103320" y="3891240"/>
              <a:ext cx="556920" cy="959400"/>
              <a:chOff x="103320" y="3891240"/>
              <a:chExt cx="556920" cy="959400"/>
            </a:xfrm>
          </p:grpSpPr>
          <p:grpSp>
            <p:nvGrpSpPr>
              <p:cNvPr id="113" name="Google Shape;278;p13"/>
              <p:cNvGrpSpPr/>
              <p:nvPr/>
            </p:nvGrpSpPr>
            <p:grpSpPr>
              <a:xfrm>
                <a:off x="444960" y="4033440"/>
                <a:ext cx="215280" cy="817200"/>
                <a:chOff x="444960" y="4033440"/>
                <a:chExt cx="215280" cy="817200"/>
              </a:xfrm>
            </p:grpSpPr>
            <p:sp>
              <p:nvSpPr>
                <p:cNvPr id="114" name="Google Shape;279;p13"/>
                <p:cNvSpPr/>
                <p:nvPr/>
              </p:nvSpPr>
              <p:spPr>
                <a:xfrm rot="21152400">
                  <a:off x="496800" y="4037040"/>
                  <a:ext cx="111240" cy="809640"/>
                </a:xfrm>
                <a:custGeom>
                  <a:avLst/>
                  <a:gdLst>
                    <a:gd name="textAreaLeft" fmla="*/ 0 w 111240"/>
                    <a:gd name="textAreaRight" fmla="*/ 111600 w 111240"/>
                    <a:gd name="textAreaTop" fmla="*/ 0 h 809640"/>
                    <a:gd name="textAreaBottom" fmla="*/ 810000 h 809640"/>
                  </a:gdLst>
                  <a:ahLst/>
                  <a:cxnLst/>
                  <a:rect l="textAreaLeft" t="textAreaTop" r="textAreaRight" b="textAreaBottom"/>
                  <a:pathLst>
                    <a:path w="125444" h="909637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5" name="Google Shape;280;p13"/>
                <p:cNvSpPr/>
                <p:nvPr/>
              </p:nvSpPr>
              <p:spPr>
                <a:xfrm>
                  <a:off x="488520" y="4073040"/>
                  <a:ext cx="37080" cy="37080"/>
                </a:xfrm>
                <a:custGeom>
                  <a:avLst/>
                  <a:gdLst>
                    <a:gd name="textAreaLeft" fmla="*/ 0 w 37080"/>
                    <a:gd name="textAreaRight" fmla="*/ 3744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8" h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6" name="Google Shape;281;p13"/>
                <p:cNvSpPr/>
                <p:nvPr/>
              </p:nvSpPr>
              <p:spPr>
                <a:xfrm>
                  <a:off x="496440" y="4132800"/>
                  <a:ext cx="37080" cy="37080"/>
                </a:xfrm>
                <a:custGeom>
                  <a:avLst/>
                  <a:gdLst>
                    <a:gd name="textAreaLeft" fmla="*/ 0 w 37080"/>
                    <a:gd name="textAreaRight" fmla="*/ 3744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7" h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17" name="Google Shape;282;p13"/>
                <p:cNvGrpSpPr/>
                <p:nvPr/>
              </p:nvGrpSpPr>
              <p:grpSpPr>
                <a:xfrm>
                  <a:off x="543600" y="4656600"/>
                  <a:ext cx="88560" cy="101520"/>
                  <a:chOff x="543600" y="4656600"/>
                  <a:chExt cx="88560" cy="101520"/>
                </a:xfrm>
              </p:grpSpPr>
              <p:sp>
                <p:nvSpPr>
                  <p:cNvPr id="118" name="Google Shape;283;p13"/>
                  <p:cNvSpPr/>
                  <p:nvPr/>
                </p:nvSpPr>
                <p:spPr>
                  <a:xfrm rot="21152400">
                    <a:off x="543960" y="466128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" name="Google Shape;284;p13"/>
                  <p:cNvSpPr/>
                  <p:nvPr/>
                </p:nvSpPr>
                <p:spPr>
                  <a:xfrm rot="21152400">
                    <a:off x="547560" y="468684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" name="Google Shape;285;p13"/>
                  <p:cNvSpPr/>
                  <p:nvPr/>
                </p:nvSpPr>
                <p:spPr>
                  <a:xfrm rot="21152400">
                    <a:off x="550080" y="471420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" name="Google Shape;286;p13"/>
                  <p:cNvSpPr/>
                  <p:nvPr/>
                </p:nvSpPr>
                <p:spPr>
                  <a:xfrm rot="21152400">
                    <a:off x="553680" y="473976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22" name="Google Shape;287;p13"/>
              <p:cNvGrpSpPr/>
              <p:nvPr/>
            </p:nvGrpSpPr>
            <p:grpSpPr>
              <a:xfrm>
                <a:off x="280800" y="3891240"/>
                <a:ext cx="203760" cy="957240"/>
                <a:chOff x="280800" y="3891240"/>
                <a:chExt cx="203760" cy="957240"/>
              </a:xfrm>
            </p:grpSpPr>
            <p:sp>
              <p:nvSpPr>
                <p:cNvPr id="123" name="Google Shape;288;p13"/>
                <p:cNvSpPr/>
                <p:nvPr/>
              </p:nvSpPr>
              <p:spPr>
                <a:xfrm rot="21427800">
                  <a:off x="304200" y="3894480"/>
                  <a:ext cx="156240" cy="95040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950400"/>
                    <a:gd name="textAreaBottom" fmla="*/ 950760 h 950400"/>
                  </a:gdLst>
                  <a:ahLst/>
                  <a:cxnLst/>
                  <a:rect l="textAreaLeft" t="textAreaTop" r="textAreaRight" b="textAreaBottom"/>
                  <a:pathLst>
                    <a:path w="176117" h="1069848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" name="Google Shape;289;p13"/>
                <p:cNvSpPr/>
                <p:nvPr/>
              </p:nvSpPr>
              <p:spPr>
                <a:xfrm>
                  <a:off x="342000" y="4295160"/>
                  <a:ext cx="77760" cy="7776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7760"/>
                    <a:gd name="textAreaBottom" fmla="*/ 78120 h 77760"/>
                  </a:gdLst>
                  <a:ahLst/>
                  <a:cxnLst/>
                  <a:rect l="textAreaLeft" t="textAreaTop" r="textAreaRight" b="textAreaBottom"/>
                  <a:pathLst>
                    <a:path w="87629" h="8763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8880" bIns="38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5" name="Google Shape;290;p13"/>
                <p:cNvGrpSpPr/>
                <p:nvPr/>
              </p:nvGrpSpPr>
              <p:grpSpPr>
                <a:xfrm>
                  <a:off x="321840" y="4168440"/>
                  <a:ext cx="103320" cy="43920"/>
                  <a:chOff x="321840" y="4168440"/>
                  <a:chExt cx="103320" cy="43920"/>
                </a:xfrm>
              </p:grpSpPr>
              <p:sp>
                <p:nvSpPr>
                  <p:cNvPr id="126" name="Google Shape;291;p13"/>
                  <p:cNvSpPr/>
                  <p:nvPr/>
                </p:nvSpPr>
                <p:spPr>
                  <a:xfrm rot="21427800">
                    <a:off x="321840" y="417060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7" name="Google Shape;292;p13"/>
                  <p:cNvSpPr/>
                  <p:nvPr/>
                </p:nvSpPr>
                <p:spPr>
                  <a:xfrm rot="21427800">
                    <a:off x="323280" y="419652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28" name="Google Shape;293;p13"/>
                <p:cNvGrpSpPr/>
                <p:nvPr/>
              </p:nvGrpSpPr>
              <p:grpSpPr>
                <a:xfrm>
                  <a:off x="339480" y="4520880"/>
                  <a:ext cx="103320" cy="44280"/>
                  <a:chOff x="339480" y="4520880"/>
                  <a:chExt cx="103320" cy="44280"/>
                </a:xfrm>
              </p:grpSpPr>
              <p:sp>
                <p:nvSpPr>
                  <p:cNvPr id="129" name="Google Shape;294;p13"/>
                  <p:cNvSpPr/>
                  <p:nvPr/>
                </p:nvSpPr>
                <p:spPr>
                  <a:xfrm rot="21427800">
                    <a:off x="339480" y="452304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0" name="Google Shape;295;p13"/>
                  <p:cNvSpPr/>
                  <p:nvPr/>
                </p:nvSpPr>
                <p:spPr>
                  <a:xfrm rot="21427800">
                    <a:off x="340920" y="454932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31" name="Google Shape;296;p13"/>
              <p:cNvGrpSpPr/>
              <p:nvPr/>
            </p:nvGrpSpPr>
            <p:grpSpPr>
              <a:xfrm>
                <a:off x="103320" y="3966840"/>
                <a:ext cx="179280" cy="882360"/>
                <a:chOff x="103320" y="3966840"/>
                <a:chExt cx="179280" cy="882360"/>
              </a:xfrm>
            </p:grpSpPr>
            <p:sp>
              <p:nvSpPr>
                <p:cNvPr id="132" name="Google Shape;297;p13"/>
                <p:cNvSpPr/>
                <p:nvPr/>
              </p:nvSpPr>
              <p:spPr>
                <a:xfrm>
                  <a:off x="103320" y="3966840"/>
                  <a:ext cx="179280" cy="882360"/>
                </a:xfrm>
                <a:custGeom>
                  <a:avLst/>
                  <a:gdLst>
                    <a:gd name="textAreaLeft" fmla="*/ 0 w 179280"/>
                    <a:gd name="textAreaRight" fmla="*/ 179640 w 179280"/>
                    <a:gd name="textAreaTop" fmla="*/ 0 h 882360"/>
                    <a:gd name="textAreaBottom" fmla="*/ 882720 h 882360"/>
                  </a:gdLst>
                  <a:ahLst/>
                  <a:cxnLst/>
                  <a:rect l="textAreaLeft" t="textAreaTop" r="textAreaRight" b="textAreaBottom"/>
                  <a:pathLst>
                    <a:path w="202120" h="992123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" name="Google Shape;298;p13"/>
                <p:cNvSpPr/>
                <p:nvPr/>
              </p:nvSpPr>
              <p:spPr>
                <a:xfrm>
                  <a:off x="138600" y="4035960"/>
                  <a:ext cx="109080" cy="10908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109080"/>
                    <a:gd name="textAreaBottom" fmla="*/ 109440 h 109080"/>
                  </a:gdLst>
                  <a:ahLst/>
                  <a:cxnLst/>
                  <a:rect l="textAreaLeft" t="textAreaTop" r="textAreaRight" b="textAreaBottom"/>
                  <a:pathLst>
                    <a:path w="123063" h="123062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34" name="Google Shape;299;p13"/>
                <p:cNvGrpSpPr/>
                <p:nvPr/>
              </p:nvGrpSpPr>
              <p:grpSpPr>
                <a:xfrm>
                  <a:off x="136080" y="4547160"/>
                  <a:ext cx="113760" cy="38880"/>
                  <a:chOff x="136080" y="4547160"/>
                  <a:chExt cx="113760" cy="38880"/>
                </a:xfrm>
              </p:grpSpPr>
              <p:sp>
                <p:nvSpPr>
                  <p:cNvPr id="135" name="Google Shape;300;p13"/>
                  <p:cNvSpPr/>
                  <p:nvPr/>
                </p:nvSpPr>
                <p:spPr>
                  <a:xfrm>
                    <a:off x="136080" y="454716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6" name="Google Shape;301;p13"/>
                  <p:cNvSpPr/>
                  <p:nvPr/>
                </p:nvSpPr>
                <p:spPr>
                  <a:xfrm>
                    <a:off x="136080" y="457308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37" name="Google Shape;302;p13"/>
                <p:cNvGrpSpPr/>
                <p:nvPr/>
              </p:nvGrpSpPr>
              <p:grpSpPr>
                <a:xfrm>
                  <a:off x="136080" y="4745880"/>
                  <a:ext cx="113760" cy="38880"/>
                  <a:chOff x="136080" y="4745880"/>
                  <a:chExt cx="113760" cy="38880"/>
                </a:xfrm>
              </p:grpSpPr>
              <p:sp>
                <p:nvSpPr>
                  <p:cNvPr id="138" name="Google Shape;303;p13"/>
                  <p:cNvSpPr/>
                  <p:nvPr/>
                </p:nvSpPr>
                <p:spPr>
                  <a:xfrm>
                    <a:off x="136080" y="474588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9" name="Google Shape;304;p13"/>
                  <p:cNvSpPr/>
                  <p:nvPr/>
                </p:nvSpPr>
                <p:spPr>
                  <a:xfrm>
                    <a:off x="136080" y="477180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40" name="Google Shape;305;p13"/>
            <p:cNvGrpSpPr/>
            <p:nvPr/>
          </p:nvGrpSpPr>
          <p:grpSpPr>
            <a:xfrm>
              <a:off x="582480" y="4211280"/>
              <a:ext cx="189000" cy="638280"/>
              <a:chOff x="582480" y="4211280"/>
              <a:chExt cx="189000" cy="638280"/>
            </a:xfrm>
          </p:grpSpPr>
          <p:sp>
            <p:nvSpPr>
              <p:cNvPr id="141" name="Google Shape;306;p13"/>
              <p:cNvSpPr/>
              <p:nvPr/>
            </p:nvSpPr>
            <p:spPr>
              <a:xfrm rot="20968800">
                <a:off x="639720" y="4212720"/>
                <a:ext cx="74160" cy="635400"/>
              </a:xfrm>
              <a:custGeom>
                <a:avLst/>
                <a:gdLst>
                  <a:gd name="textAreaLeft" fmla="*/ 0 w 74160"/>
                  <a:gd name="textAreaRight" fmla="*/ 74520 w 74160"/>
                  <a:gd name="textAreaTop" fmla="*/ 0 h 635400"/>
                  <a:gd name="textAreaBottom" fmla="*/ 635760 h 635400"/>
                </a:gdLst>
                <a:ahLst/>
                <a:cxnLst/>
                <a:rect l="textAreaLeft" t="textAreaTop" r="textAreaRight" b="textAreaBottom"/>
                <a:pathLst>
                  <a:path w="84010" h="715136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307;p13"/>
              <p:cNvSpPr/>
              <p:nvPr/>
            </p:nvSpPr>
            <p:spPr>
              <a:xfrm rot="20968800">
                <a:off x="668520" y="4374000"/>
                <a:ext cx="22680" cy="365400"/>
              </a:xfrm>
              <a:custGeom>
                <a:avLst/>
                <a:gdLst>
                  <a:gd name="textAreaLeft" fmla="*/ 0 w 22680"/>
                  <a:gd name="textAreaRight" fmla="*/ 23040 w 22680"/>
                  <a:gd name="textAreaTop" fmla="*/ 0 h 365400"/>
                  <a:gd name="textAreaBottom" fmla="*/ 365760 h 365400"/>
                </a:gdLst>
                <a:ahLst/>
                <a:cxnLst/>
                <a:rect l="textAreaLeft" t="textAreaTop" r="textAreaRight" b="textAreaBottom"/>
                <a:pathLst>
                  <a:path w="26003" h="411289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3" name="Google Shape;308;p13"/>
          <p:cNvGrpSpPr/>
          <p:nvPr/>
        </p:nvGrpSpPr>
        <p:grpSpPr>
          <a:xfrm>
            <a:off x="150840" y="2823480"/>
            <a:ext cx="515520" cy="778680"/>
            <a:chOff x="150840" y="2823480"/>
            <a:chExt cx="515520" cy="778680"/>
          </a:xfrm>
        </p:grpSpPr>
        <p:grpSp>
          <p:nvGrpSpPr>
            <p:cNvPr id="144" name="Google Shape;309;p13"/>
            <p:cNvGrpSpPr/>
            <p:nvPr/>
          </p:nvGrpSpPr>
          <p:grpSpPr>
            <a:xfrm>
              <a:off x="276480" y="2823480"/>
              <a:ext cx="389880" cy="663840"/>
              <a:chOff x="276480" y="2823480"/>
              <a:chExt cx="389880" cy="663840"/>
            </a:xfrm>
          </p:grpSpPr>
          <p:sp>
            <p:nvSpPr>
              <p:cNvPr id="145" name="Google Shape;310;p13"/>
              <p:cNvSpPr/>
              <p:nvPr/>
            </p:nvSpPr>
            <p:spPr>
              <a:xfrm>
                <a:off x="276480" y="282348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46" name="Google Shape;311;p13"/>
              <p:cNvGrpSpPr/>
              <p:nvPr/>
            </p:nvGrpSpPr>
            <p:grpSpPr>
              <a:xfrm>
                <a:off x="332280" y="2909520"/>
                <a:ext cx="279000" cy="256320"/>
                <a:chOff x="332280" y="2909520"/>
                <a:chExt cx="279000" cy="256320"/>
              </a:xfrm>
            </p:grpSpPr>
            <p:sp>
              <p:nvSpPr>
                <p:cNvPr id="147" name="Google Shape;312;p13"/>
                <p:cNvSpPr/>
                <p:nvPr/>
              </p:nvSpPr>
              <p:spPr>
                <a:xfrm>
                  <a:off x="332280" y="29095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" name="Google Shape;313;p13"/>
                <p:cNvSpPr/>
                <p:nvPr/>
              </p:nvSpPr>
              <p:spPr>
                <a:xfrm>
                  <a:off x="332280" y="29570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" name="Google Shape;314;p13"/>
                <p:cNvSpPr/>
                <p:nvPr/>
              </p:nvSpPr>
              <p:spPr>
                <a:xfrm>
                  <a:off x="332280" y="3004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" name="Google Shape;315;p13"/>
                <p:cNvSpPr/>
                <p:nvPr/>
              </p:nvSpPr>
              <p:spPr>
                <a:xfrm>
                  <a:off x="332280" y="30520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" name="Google Shape;316;p13"/>
                <p:cNvSpPr/>
                <p:nvPr/>
              </p:nvSpPr>
              <p:spPr>
                <a:xfrm>
                  <a:off x="332280" y="30996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" name="Google Shape;317;p13"/>
                <p:cNvSpPr/>
                <p:nvPr/>
              </p:nvSpPr>
              <p:spPr>
                <a:xfrm>
                  <a:off x="332280" y="314712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3" name="Google Shape;318;p13"/>
              <p:cNvGrpSpPr/>
              <p:nvPr/>
            </p:nvGrpSpPr>
            <p:grpSpPr>
              <a:xfrm>
                <a:off x="332280" y="3242520"/>
                <a:ext cx="279000" cy="161280"/>
                <a:chOff x="332280" y="3242520"/>
                <a:chExt cx="279000" cy="161280"/>
              </a:xfrm>
            </p:grpSpPr>
            <p:sp>
              <p:nvSpPr>
                <p:cNvPr id="154" name="Google Shape;319;p13"/>
                <p:cNvSpPr/>
                <p:nvPr/>
              </p:nvSpPr>
              <p:spPr>
                <a:xfrm>
                  <a:off x="332280" y="32425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" name="Google Shape;320;p13"/>
                <p:cNvSpPr/>
                <p:nvPr/>
              </p:nvSpPr>
              <p:spPr>
                <a:xfrm>
                  <a:off x="332280" y="32900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" name="Google Shape;321;p13"/>
                <p:cNvSpPr/>
                <p:nvPr/>
              </p:nvSpPr>
              <p:spPr>
                <a:xfrm>
                  <a:off x="332280" y="3337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" name="Google Shape;322;p13"/>
                <p:cNvSpPr/>
                <p:nvPr/>
              </p:nvSpPr>
              <p:spPr>
                <a:xfrm>
                  <a:off x="332280" y="338508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58" name="Google Shape;323;p13"/>
              <p:cNvSpPr/>
              <p:nvPr/>
            </p:nvSpPr>
            <p:spPr>
              <a:xfrm>
                <a:off x="566640" y="282348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9" name="Google Shape;324;p13"/>
            <p:cNvGrpSpPr/>
            <p:nvPr/>
          </p:nvGrpSpPr>
          <p:grpSpPr>
            <a:xfrm>
              <a:off x="150840" y="2938320"/>
              <a:ext cx="389880" cy="663840"/>
              <a:chOff x="150840" y="2938320"/>
              <a:chExt cx="389880" cy="663840"/>
            </a:xfrm>
          </p:grpSpPr>
          <p:sp>
            <p:nvSpPr>
              <p:cNvPr id="160" name="Google Shape;325;p13"/>
              <p:cNvSpPr/>
              <p:nvPr/>
            </p:nvSpPr>
            <p:spPr>
              <a:xfrm>
                <a:off x="150840" y="293832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61" name="Google Shape;326;p13"/>
              <p:cNvGrpSpPr/>
              <p:nvPr/>
            </p:nvGrpSpPr>
            <p:grpSpPr>
              <a:xfrm>
                <a:off x="206280" y="3024360"/>
                <a:ext cx="279000" cy="256320"/>
                <a:chOff x="206280" y="3024360"/>
                <a:chExt cx="279000" cy="256320"/>
              </a:xfrm>
            </p:grpSpPr>
            <p:sp>
              <p:nvSpPr>
                <p:cNvPr id="162" name="Google Shape;327;p13"/>
                <p:cNvSpPr/>
                <p:nvPr/>
              </p:nvSpPr>
              <p:spPr>
                <a:xfrm>
                  <a:off x="206280" y="30243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" name="Google Shape;328;p13"/>
                <p:cNvSpPr/>
                <p:nvPr/>
              </p:nvSpPr>
              <p:spPr>
                <a:xfrm>
                  <a:off x="206280" y="30718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" name="Google Shape;329;p13"/>
                <p:cNvSpPr/>
                <p:nvPr/>
              </p:nvSpPr>
              <p:spPr>
                <a:xfrm>
                  <a:off x="206280" y="3119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" name="Google Shape;330;p13"/>
                <p:cNvSpPr/>
                <p:nvPr/>
              </p:nvSpPr>
              <p:spPr>
                <a:xfrm>
                  <a:off x="206280" y="31669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" name="Google Shape;331;p13"/>
                <p:cNvSpPr/>
                <p:nvPr/>
              </p:nvSpPr>
              <p:spPr>
                <a:xfrm>
                  <a:off x="206280" y="32144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" name="Google Shape;332;p13"/>
                <p:cNvSpPr/>
                <p:nvPr/>
              </p:nvSpPr>
              <p:spPr>
                <a:xfrm>
                  <a:off x="206280" y="326196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68" name="Google Shape;333;p13"/>
              <p:cNvGrpSpPr/>
              <p:nvPr/>
            </p:nvGrpSpPr>
            <p:grpSpPr>
              <a:xfrm>
                <a:off x="206280" y="3357720"/>
                <a:ext cx="279000" cy="160920"/>
                <a:chOff x="206280" y="3357720"/>
                <a:chExt cx="279000" cy="160920"/>
              </a:xfrm>
            </p:grpSpPr>
            <p:sp>
              <p:nvSpPr>
                <p:cNvPr id="169" name="Google Shape;334;p13"/>
                <p:cNvSpPr/>
                <p:nvPr/>
              </p:nvSpPr>
              <p:spPr>
                <a:xfrm>
                  <a:off x="206280" y="33577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" name="Google Shape;335;p13"/>
                <p:cNvSpPr/>
                <p:nvPr/>
              </p:nvSpPr>
              <p:spPr>
                <a:xfrm>
                  <a:off x="206280" y="34048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" name="Google Shape;336;p13"/>
                <p:cNvSpPr/>
                <p:nvPr/>
              </p:nvSpPr>
              <p:spPr>
                <a:xfrm>
                  <a:off x="206280" y="3452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" name="Google Shape;337;p13"/>
                <p:cNvSpPr/>
                <p:nvPr/>
              </p:nvSpPr>
              <p:spPr>
                <a:xfrm>
                  <a:off x="206280" y="349992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73" name="Google Shape;338;p13"/>
              <p:cNvSpPr/>
              <p:nvPr/>
            </p:nvSpPr>
            <p:spPr>
              <a:xfrm>
                <a:off x="440640" y="293832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4" name="Google Shape;339;p13"/>
          <p:cNvGrpSpPr/>
          <p:nvPr/>
        </p:nvGrpSpPr>
        <p:grpSpPr>
          <a:xfrm>
            <a:off x="361800" y="3601080"/>
            <a:ext cx="21600" cy="294120"/>
            <a:chOff x="361800" y="3601080"/>
            <a:chExt cx="21600" cy="294120"/>
          </a:xfrm>
        </p:grpSpPr>
        <p:sp>
          <p:nvSpPr>
            <p:cNvPr id="175" name="Google Shape;340;p13"/>
            <p:cNvSpPr/>
            <p:nvPr/>
          </p:nvSpPr>
          <p:spPr>
            <a:xfrm>
              <a:off x="372960" y="3611520"/>
              <a:ext cx="8280" cy="27324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273240"/>
                <a:gd name="textAreaBottom" fmla="*/ 273600 h 27324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341;p13"/>
            <p:cNvSpPr/>
            <p:nvPr/>
          </p:nvSpPr>
          <p:spPr>
            <a:xfrm>
              <a:off x="361800" y="3873600"/>
              <a:ext cx="21600" cy="216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342;p13"/>
            <p:cNvSpPr/>
            <p:nvPr/>
          </p:nvSpPr>
          <p:spPr>
            <a:xfrm>
              <a:off x="361800" y="3601080"/>
              <a:ext cx="21600" cy="216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11800" y="1032840"/>
            <a:ext cx="2804040" cy="100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668920" y="1076400"/>
            <a:ext cx="2990160" cy="29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0" name="Google Shape;347;p14"/>
          <p:cNvSpPr/>
          <p:nvPr/>
        </p:nvSpPr>
        <p:spPr>
          <a:xfrm rot="19218600">
            <a:off x="-1265040" y="-661320"/>
            <a:ext cx="3096000" cy="2008800"/>
          </a:xfrm>
          <a:custGeom>
            <a:avLst/>
            <a:gdLst>
              <a:gd name="textAreaLeft" fmla="*/ 0 w 3096000"/>
              <a:gd name="textAreaRight" fmla="*/ 3096360 w 3096000"/>
              <a:gd name="textAreaTop" fmla="*/ 0 h 2008800"/>
              <a:gd name="textAreaBottom" fmla="*/ 2009160 h 2008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1" name="Google Shape;348;p14"/>
          <p:cNvSpPr/>
          <p:nvPr/>
        </p:nvSpPr>
        <p:spPr>
          <a:xfrm rot="14303400">
            <a:off x="-734760" y="4231800"/>
            <a:ext cx="2035800" cy="1508400"/>
          </a:xfrm>
          <a:custGeom>
            <a:avLst/>
            <a:gdLst>
              <a:gd name="textAreaLeft" fmla="*/ 0 w 2035800"/>
              <a:gd name="textAreaRight" fmla="*/ 2036160 w 203580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2" name="Google Shape;349;p14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183" name="Google Shape;350;p14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184" name="Google Shape;351;p14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5" name="Google Shape;352;p14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353;p14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7" name="Google Shape;354;p14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013840" y="840960"/>
            <a:ext cx="511596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9" name="Google Shape;358;p15"/>
          <p:cNvSpPr/>
          <p:nvPr/>
        </p:nvSpPr>
        <p:spPr>
          <a:xfrm rot="9076800" flipH="1">
            <a:off x="7972920" y="-586080"/>
            <a:ext cx="1683360" cy="1672560"/>
          </a:xfrm>
          <a:custGeom>
            <a:avLst/>
            <a:gdLst>
              <a:gd name="textAreaLeft" fmla="*/ 360 w 1683360"/>
              <a:gd name="textAreaRight" fmla="*/ 1684080 w 1683360"/>
              <a:gd name="textAreaTop" fmla="*/ 0 h 1672560"/>
              <a:gd name="textAreaBottom" fmla="*/ 1672920 h 167256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90" name="Google Shape;359;p15"/>
          <p:cNvGrpSpPr/>
          <p:nvPr/>
        </p:nvGrpSpPr>
        <p:grpSpPr>
          <a:xfrm>
            <a:off x="682920" y="4696560"/>
            <a:ext cx="325440" cy="404280"/>
            <a:chOff x="682920" y="4696560"/>
            <a:chExt cx="325440" cy="404280"/>
          </a:xfrm>
        </p:grpSpPr>
        <p:sp>
          <p:nvSpPr>
            <p:cNvPr id="191" name="Google Shape;360;p15"/>
            <p:cNvSpPr/>
            <p:nvPr/>
          </p:nvSpPr>
          <p:spPr>
            <a:xfrm flipH="1">
              <a:off x="682920" y="4696560"/>
              <a:ext cx="325440" cy="404280"/>
            </a:xfrm>
            <a:custGeom>
              <a:avLst/>
              <a:gdLst>
                <a:gd name="textAreaLeft" fmla="*/ 360 w 325440"/>
                <a:gd name="textAreaRight" fmla="*/ 326160 w 32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435673" h="541115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2" name="Google Shape;361;p15"/>
            <p:cNvGrpSpPr/>
            <p:nvPr/>
          </p:nvGrpSpPr>
          <p:grpSpPr>
            <a:xfrm>
              <a:off x="715680" y="4719960"/>
              <a:ext cx="122760" cy="30600"/>
              <a:chOff x="715680" y="4719960"/>
              <a:chExt cx="122760" cy="30600"/>
            </a:xfrm>
          </p:grpSpPr>
          <p:sp>
            <p:nvSpPr>
              <p:cNvPr id="193" name="Google Shape;362;p15"/>
              <p:cNvSpPr/>
              <p:nvPr/>
            </p:nvSpPr>
            <p:spPr>
              <a:xfrm flipH="1">
                <a:off x="71532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363;p15"/>
              <p:cNvSpPr/>
              <p:nvPr/>
            </p:nvSpPr>
            <p:spPr>
              <a:xfrm flipH="1">
                <a:off x="76140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364;p15"/>
              <p:cNvSpPr/>
              <p:nvPr/>
            </p:nvSpPr>
            <p:spPr>
              <a:xfrm flipH="1">
                <a:off x="80748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9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96" name="Google Shape;365;p15"/>
          <p:cNvGrpSpPr/>
          <p:nvPr/>
        </p:nvGrpSpPr>
        <p:grpSpPr>
          <a:xfrm>
            <a:off x="713520" y="4774680"/>
            <a:ext cx="268560" cy="280440"/>
            <a:chOff x="713520" y="4774680"/>
            <a:chExt cx="268560" cy="280440"/>
          </a:xfrm>
        </p:grpSpPr>
        <p:sp>
          <p:nvSpPr>
            <p:cNvPr id="197" name="Google Shape;366;p15"/>
            <p:cNvSpPr/>
            <p:nvPr/>
          </p:nvSpPr>
          <p:spPr>
            <a:xfrm flipH="1">
              <a:off x="714960" y="4933440"/>
              <a:ext cx="267120" cy="121680"/>
            </a:xfrm>
            <a:custGeom>
              <a:avLst/>
              <a:gdLst>
                <a:gd name="textAreaLeft" fmla="*/ 360 w 267120"/>
                <a:gd name="textAreaRight" fmla="*/ 267840 w 267120"/>
                <a:gd name="textAreaTop" fmla="*/ 0 h 121680"/>
                <a:gd name="textAreaBottom" fmla="*/ 122040 h 121680"/>
              </a:gdLst>
              <a:ahLst/>
              <a:cxnLst/>
              <a:rect l="textAreaLeft" t="textAreaTop" r="textAreaRight" b="textAreaBottom"/>
              <a:pathLst>
                <a:path w="357473" h="163258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67;p15"/>
            <p:cNvSpPr/>
            <p:nvPr/>
          </p:nvSpPr>
          <p:spPr>
            <a:xfrm flipH="1">
              <a:off x="713160" y="4774680"/>
              <a:ext cx="264600" cy="134280"/>
            </a:xfrm>
            <a:custGeom>
              <a:avLst/>
              <a:gdLst>
                <a:gd name="textAreaLeft" fmla="*/ -360 w 264600"/>
                <a:gd name="textAreaRight" fmla="*/ 264600 w 2646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353948" h="180117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" name="Google Shape;368;p15"/>
          <p:cNvGrpSpPr/>
          <p:nvPr/>
        </p:nvGrpSpPr>
        <p:grpSpPr>
          <a:xfrm>
            <a:off x="96120" y="4469400"/>
            <a:ext cx="354960" cy="643680"/>
            <a:chOff x="96120" y="4469400"/>
            <a:chExt cx="354960" cy="643680"/>
          </a:xfrm>
        </p:grpSpPr>
        <p:grpSp>
          <p:nvGrpSpPr>
            <p:cNvPr id="200" name="Google Shape;369;p15"/>
            <p:cNvGrpSpPr/>
            <p:nvPr/>
          </p:nvGrpSpPr>
          <p:grpSpPr>
            <a:xfrm>
              <a:off x="96120" y="4469400"/>
              <a:ext cx="354960" cy="643680"/>
              <a:chOff x="96120" y="4469400"/>
              <a:chExt cx="354960" cy="643680"/>
            </a:xfrm>
          </p:grpSpPr>
          <p:sp>
            <p:nvSpPr>
              <p:cNvPr id="201" name="Google Shape;370;p15"/>
              <p:cNvSpPr/>
              <p:nvPr/>
            </p:nvSpPr>
            <p:spPr>
              <a:xfrm flipH="1">
                <a:off x="96120" y="4469400"/>
                <a:ext cx="354960" cy="643680"/>
              </a:xfrm>
              <a:custGeom>
                <a:avLst/>
                <a:gdLst>
                  <a:gd name="textAreaLeft" fmla="*/ 360 w 354960"/>
                  <a:gd name="textAreaRight" fmla="*/ 355680 w 354960"/>
                  <a:gd name="textAreaTop" fmla="*/ 0 h 643680"/>
                  <a:gd name="textAreaBottom" fmla="*/ 644040 h 643680"/>
                </a:gdLst>
                <a:ahLst/>
                <a:cxnLst/>
                <a:rect l="textAreaLeft" t="textAreaTop" r="textAreaRight" b="textAreaBottom"/>
                <a:pathLst>
                  <a:path w="470725" h="852963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371;p15"/>
              <p:cNvSpPr/>
              <p:nvPr/>
            </p:nvSpPr>
            <p:spPr>
              <a:xfrm flipH="1">
                <a:off x="111960" y="4502160"/>
                <a:ext cx="324000" cy="527760"/>
              </a:xfrm>
              <a:custGeom>
                <a:avLst/>
                <a:gdLst>
                  <a:gd name="textAreaLeft" fmla="*/ 360 w 324000"/>
                  <a:gd name="textAreaRight" fmla="*/ 324720 w 324000"/>
                  <a:gd name="textAreaTop" fmla="*/ 0 h 527760"/>
                  <a:gd name="textAreaBottom" fmla="*/ 528120 h 527760"/>
                </a:gdLst>
                <a:ahLst/>
                <a:cxnLst/>
                <a:rect l="textAreaLeft" t="textAreaTop" r="textAreaRight" b="textAreaBottom"/>
                <a:pathLst>
                  <a:path w="429577" h="69942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03" name="Google Shape;372;p15"/>
            <p:cNvSpPr/>
            <p:nvPr/>
          </p:nvSpPr>
          <p:spPr>
            <a:xfrm flipH="1">
              <a:off x="127440" y="5065200"/>
              <a:ext cx="293040" cy="24120"/>
            </a:xfrm>
            <a:custGeom>
              <a:avLst/>
              <a:gdLst>
                <a:gd name="textAreaLeft" fmla="*/ 360 w 293040"/>
                <a:gd name="textAreaRight" fmla="*/ 293760 w 2930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388334" h="3219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4" name="Google Shape;373;p15"/>
          <p:cNvGrpSpPr/>
          <p:nvPr/>
        </p:nvGrpSpPr>
        <p:grpSpPr>
          <a:xfrm>
            <a:off x="7976160" y="116280"/>
            <a:ext cx="1061640" cy="558720"/>
            <a:chOff x="7976160" y="116280"/>
            <a:chExt cx="1061640" cy="558720"/>
          </a:xfrm>
        </p:grpSpPr>
        <p:sp>
          <p:nvSpPr>
            <p:cNvPr id="205" name="Google Shape;374;p15"/>
            <p:cNvSpPr/>
            <p:nvPr/>
          </p:nvSpPr>
          <p:spPr>
            <a:xfrm>
              <a:off x="7976160" y="116280"/>
              <a:ext cx="1061640" cy="558720"/>
            </a:xfrm>
            <a:custGeom>
              <a:avLst/>
              <a:gdLst>
                <a:gd name="textAreaLeft" fmla="*/ 0 w 1061640"/>
                <a:gd name="textAreaRight" fmla="*/ 1062000 w 1061640"/>
                <a:gd name="textAreaTop" fmla="*/ 0 h 558720"/>
                <a:gd name="textAreaBottom" fmla="*/ 559080 h 558720"/>
              </a:gdLst>
              <a:ahLst/>
              <a:cxnLst/>
              <a:rect l="textAreaLeft" t="textAreaTop" r="textAreaRight" b="textAreaBottom"/>
              <a:pathLst>
                <a:path w="1262157" h="664368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06" name="Google Shape;375;p15"/>
            <p:cNvGrpSpPr/>
            <p:nvPr/>
          </p:nvGrpSpPr>
          <p:grpSpPr>
            <a:xfrm>
              <a:off x="8325720" y="282960"/>
              <a:ext cx="281160" cy="319320"/>
              <a:chOff x="8325720" y="282960"/>
              <a:chExt cx="281160" cy="319320"/>
            </a:xfrm>
          </p:grpSpPr>
          <p:grpSp>
            <p:nvGrpSpPr>
              <p:cNvPr id="207" name="Google Shape;376;p15"/>
              <p:cNvGrpSpPr/>
              <p:nvPr/>
            </p:nvGrpSpPr>
            <p:grpSpPr>
              <a:xfrm>
                <a:off x="8325720" y="282960"/>
                <a:ext cx="281160" cy="319320"/>
                <a:chOff x="8325720" y="282960"/>
                <a:chExt cx="281160" cy="319320"/>
              </a:xfrm>
            </p:grpSpPr>
            <p:grpSp>
              <p:nvGrpSpPr>
                <p:cNvPr id="208" name="Google Shape;377;p15"/>
                <p:cNvGrpSpPr/>
                <p:nvPr/>
              </p:nvGrpSpPr>
              <p:grpSpPr>
                <a:xfrm>
                  <a:off x="8325720" y="481320"/>
                  <a:ext cx="281160" cy="120960"/>
                  <a:chOff x="8325720" y="481320"/>
                  <a:chExt cx="281160" cy="120960"/>
                </a:xfrm>
              </p:grpSpPr>
              <p:sp>
                <p:nvSpPr>
                  <p:cNvPr id="209" name="Google Shape;378;p15"/>
                  <p:cNvSpPr/>
                  <p:nvPr/>
                </p:nvSpPr>
                <p:spPr>
                  <a:xfrm>
                    <a:off x="8325720" y="50688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0" name="Google Shape;379;p15"/>
                  <p:cNvSpPr/>
                  <p:nvPr/>
                </p:nvSpPr>
                <p:spPr>
                  <a:xfrm>
                    <a:off x="8326080" y="48132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11" name="Google Shape;380;p15"/>
                <p:cNvGrpSpPr/>
                <p:nvPr/>
              </p:nvGrpSpPr>
              <p:grpSpPr>
                <a:xfrm>
                  <a:off x="8325720" y="381960"/>
                  <a:ext cx="281160" cy="120960"/>
                  <a:chOff x="8325720" y="381960"/>
                  <a:chExt cx="281160" cy="120960"/>
                </a:xfrm>
              </p:grpSpPr>
              <p:sp>
                <p:nvSpPr>
                  <p:cNvPr id="212" name="Google Shape;381;p15"/>
                  <p:cNvSpPr/>
                  <p:nvPr/>
                </p:nvSpPr>
                <p:spPr>
                  <a:xfrm>
                    <a:off x="8325720" y="407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3" name="Google Shape;382;p15"/>
                  <p:cNvSpPr/>
                  <p:nvPr/>
                </p:nvSpPr>
                <p:spPr>
                  <a:xfrm>
                    <a:off x="8326080" y="381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14" name="Google Shape;383;p15"/>
                <p:cNvGrpSpPr/>
                <p:nvPr/>
              </p:nvGrpSpPr>
              <p:grpSpPr>
                <a:xfrm>
                  <a:off x="8325720" y="282960"/>
                  <a:ext cx="281160" cy="120960"/>
                  <a:chOff x="8325720" y="282960"/>
                  <a:chExt cx="281160" cy="120960"/>
                </a:xfrm>
              </p:grpSpPr>
              <p:sp>
                <p:nvSpPr>
                  <p:cNvPr id="215" name="Google Shape;384;p15"/>
                  <p:cNvSpPr/>
                  <p:nvPr/>
                </p:nvSpPr>
                <p:spPr>
                  <a:xfrm>
                    <a:off x="8325720" y="308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6" name="Google Shape;385;p15"/>
                  <p:cNvSpPr/>
                  <p:nvPr/>
                </p:nvSpPr>
                <p:spPr>
                  <a:xfrm>
                    <a:off x="8326080" y="282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217" name="Google Shape;386;p15"/>
              <p:cNvSpPr/>
              <p:nvPr/>
            </p:nvSpPr>
            <p:spPr>
              <a:xfrm>
                <a:off x="8539920" y="34596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387;p15"/>
              <p:cNvSpPr/>
              <p:nvPr/>
            </p:nvSpPr>
            <p:spPr>
              <a:xfrm>
                <a:off x="8539920" y="44352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388;p15"/>
              <p:cNvSpPr/>
              <p:nvPr/>
            </p:nvSpPr>
            <p:spPr>
              <a:xfrm>
                <a:off x="8539920" y="5450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20" name="Google Shape;389;p15"/>
          <p:cNvGrpSpPr/>
          <p:nvPr/>
        </p:nvGrpSpPr>
        <p:grpSpPr>
          <a:xfrm>
            <a:off x="457560" y="4797720"/>
            <a:ext cx="217800" cy="15840"/>
            <a:chOff x="457560" y="4797720"/>
            <a:chExt cx="217800" cy="15840"/>
          </a:xfrm>
        </p:grpSpPr>
        <p:sp>
          <p:nvSpPr>
            <p:cNvPr id="221" name="Google Shape;390;p15"/>
            <p:cNvSpPr/>
            <p:nvPr/>
          </p:nvSpPr>
          <p:spPr>
            <a:xfrm rot="16200000" flipV="1">
              <a:off x="563400" y="4701240"/>
              <a:ext cx="5760" cy="20232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202320"/>
                <a:gd name="textAreaBottom" fmla="*/ 203040 h 2023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391;p15"/>
            <p:cNvSpPr/>
            <p:nvPr/>
          </p:nvSpPr>
          <p:spPr>
            <a:xfrm rot="16200000" flipV="1">
              <a:off x="45756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392;p15"/>
            <p:cNvSpPr/>
            <p:nvPr/>
          </p:nvSpPr>
          <p:spPr>
            <a:xfrm rot="16200000" flipV="1">
              <a:off x="65952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4" name="Google Shape;393;p15"/>
          <p:cNvSpPr/>
          <p:nvPr/>
        </p:nvSpPr>
        <p:spPr>
          <a:xfrm rot="21067200">
            <a:off x="7984080" y="4422600"/>
            <a:ext cx="1660680" cy="1342800"/>
          </a:xfrm>
          <a:custGeom>
            <a:avLst/>
            <a:gdLst>
              <a:gd name="textAreaLeft" fmla="*/ 0 w 1660680"/>
              <a:gd name="textAreaRight" fmla="*/ 1661040 w 1660680"/>
              <a:gd name="textAreaTop" fmla="*/ 0 h 1342800"/>
              <a:gd name="textAreaBottom" fmla="*/ 1343160 h 1342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" name="Google Shape;394;p15"/>
          <p:cNvSpPr/>
          <p:nvPr/>
        </p:nvSpPr>
        <p:spPr>
          <a:xfrm rot="16454400" flipH="1">
            <a:off x="-1234800" y="72000"/>
            <a:ext cx="2404080" cy="1318320"/>
          </a:xfrm>
          <a:custGeom>
            <a:avLst/>
            <a:gdLst>
              <a:gd name="textAreaLeft" fmla="*/ -360 w 2404080"/>
              <a:gd name="textAreaRight" fmla="*/ 240408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8" name="Google Shape;403;p16"/>
          <p:cNvSpPr/>
          <p:nvPr/>
        </p:nvSpPr>
        <p:spPr>
          <a:xfrm rot="8800800" flipH="1">
            <a:off x="7902360" y="4181760"/>
            <a:ext cx="1679760" cy="1358280"/>
          </a:xfrm>
          <a:custGeom>
            <a:avLst/>
            <a:gdLst>
              <a:gd name="textAreaLeft" fmla="*/ 360 w 1679760"/>
              <a:gd name="textAreaRight" fmla="*/ 1680480 w 1679760"/>
              <a:gd name="textAreaTop" fmla="*/ 0 h 1358280"/>
              <a:gd name="textAreaBottom" fmla="*/ 1358640 h 13582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9" name="Google Shape;404;p16"/>
          <p:cNvSpPr/>
          <p:nvPr/>
        </p:nvSpPr>
        <p:spPr>
          <a:xfrm rot="12657600" flipH="1">
            <a:off x="-983160" y="4040280"/>
            <a:ext cx="2473920" cy="2000160"/>
          </a:xfrm>
          <a:custGeom>
            <a:avLst/>
            <a:gdLst>
              <a:gd name="textAreaLeft" fmla="*/ 360 w 2473920"/>
              <a:gd name="textAreaRight" fmla="*/ 2474640 w 2473920"/>
              <a:gd name="textAreaTop" fmla="*/ 0 h 2000160"/>
              <a:gd name="textAreaBottom" fmla="*/ 2000520 h 20001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0" name="Google Shape;405;p16"/>
          <p:cNvSpPr/>
          <p:nvPr/>
        </p:nvSpPr>
        <p:spPr>
          <a:xfrm rot="1554000" flipH="1">
            <a:off x="7562520" y="-663480"/>
            <a:ext cx="2112120" cy="2002320"/>
          </a:xfrm>
          <a:custGeom>
            <a:avLst/>
            <a:gdLst>
              <a:gd name="textAreaLeft" fmla="*/ -360 w 2112120"/>
              <a:gd name="textAreaRight" fmla="*/ 2112120 w 2112120"/>
              <a:gd name="textAreaTop" fmla="*/ 0 h 2002320"/>
              <a:gd name="textAreaBottom" fmla="*/ 2002680 h 2002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1" name="Google Shape;406;p16"/>
          <p:cNvSpPr/>
          <p:nvPr/>
        </p:nvSpPr>
        <p:spPr>
          <a:xfrm>
            <a:off x="63000" y="1725480"/>
            <a:ext cx="605880" cy="37080"/>
          </a:xfrm>
          <a:custGeom>
            <a:avLst/>
            <a:gdLst>
              <a:gd name="textAreaLeft" fmla="*/ 0 w 605880"/>
              <a:gd name="textAreaRight" fmla="*/ 606240 w 60588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824770" h="50863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2" name="Google Shape;407;p16"/>
          <p:cNvGrpSpPr/>
          <p:nvPr/>
        </p:nvGrpSpPr>
        <p:grpSpPr>
          <a:xfrm>
            <a:off x="96480" y="951120"/>
            <a:ext cx="551520" cy="792720"/>
            <a:chOff x="96480" y="951120"/>
            <a:chExt cx="551520" cy="792720"/>
          </a:xfrm>
        </p:grpSpPr>
        <p:grpSp>
          <p:nvGrpSpPr>
            <p:cNvPr id="233" name="Google Shape;408;p16"/>
            <p:cNvGrpSpPr/>
            <p:nvPr/>
          </p:nvGrpSpPr>
          <p:grpSpPr>
            <a:xfrm>
              <a:off x="96480" y="951120"/>
              <a:ext cx="459720" cy="792720"/>
              <a:chOff x="96480" y="951120"/>
              <a:chExt cx="459720" cy="792720"/>
            </a:xfrm>
          </p:grpSpPr>
          <p:grpSp>
            <p:nvGrpSpPr>
              <p:cNvPr id="234" name="Google Shape;409;p16"/>
              <p:cNvGrpSpPr/>
              <p:nvPr/>
            </p:nvGrpSpPr>
            <p:grpSpPr>
              <a:xfrm>
                <a:off x="378360" y="1068840"/>
                <a:ext cx="177840" cy="675000"/>
                <a:chOff x="378360" y="1068840"/>
                <a:chExt cx="177840" cy="675000"/>
              </a:xfrm>
            </p:grpSpPr>
            <p:sp>
              <p:nvSpPr>
                <p:cNvPr id="235" name="Google Shape;410;p16"/>
                <p:cNvSpPr/>
                <p:nvPr/>
              </p:nvSpPr>
              <p:spPr>
                <a:xfrm rot="21152400">
                  <a:off x="421200" y="1071720"/>
                  <a:ext cx="91800" cy="668880"/>
                </a:xfrm>
                <a:custGeom>
                  <a:avLst/>
                  <a:gdLst>
                    <a:gd name="textAreaLeft" fmla="*/ 0 w 91800"/>
                    <a:gd name="textAreaRight" fmla="*/ 92160 w 91800"/>
                    <a:gd name="textAreaTop" fmla="*/ 0 h 668880"/>
                    <a:gd name="textAreaBottom" fmla="*/ 669240 h 668880"/>
                  </a:gdLst>
                  <a:ahLst/>
                  <a:cxnLst/>
                  <a:rect l="textAreaLeft" t="textAreaTop" r="textAreaRight" b="textAreaBottom"/>
                  <a:pathLst>
                    <a:path w="125444" h="909637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" name="Google Shape;411;p16"/>
                <p:cNvSpPr/>
                <p:nvPr/>
              </p:nvSpPr>
              <p:spPr>
                <a:xfrm>
                  <a:off x="414720" y="1101600"/>
                  <a:ext cx="30600" cy="30600"/>
                </a:xfrm>
                <a:custGeom>
                  <a:avLst/>
                  <a:gdLst>
                    <a:gd name="textAreaLeft" fmla="*/ 0 w 30600"/>
                    <a:gd name="textAreaRight" fmla="*/ 30960 w 30600"/>
                    <a:gd name="textAreaTop" fmla="*/ 0 h 30600"/>
                    <a:gd name="textAreaBottom" fmla="*/ 30960 h 30600"/>
                  </a:gdLst>
                  <a:ahLst/>
                  <a:cxnLst/>
                  <a:rect l="textAreaLeft" t="textAreaTop" r="textAreaRight" b="textAreaBottom"/>
                  <a:pathLst>
                    <a:path w="42088" h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5480" bIns="15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" name="Google Shape;412;p16"/>
                <p:cNvSpPr/>
                <p:nvPr/>
              </p:nvSpPr>
              <p:spPr>
                <a:xfrm>
                  <a:off x="421200" y="1150920"/>
                  <a:ext cx="30600" cy="30600"/>
                </a:xfrm>
                <a:custGeom>
                  <a:avLst/>
                  <a:gdLst>
                    <a:gd name="textAreaLeft" fmla="*/ 0 w 30600"/>
                    <a:gd name="textAreaRight" fmla="*/ 30960 w 30600"/>
                    <a:gd name="textAreaTop" fmla="*/ 0 h 30600"/>
                    <a:gd name="textAreaBottom" fmla="*/ 30960 h 30600"/>
                  </a:gdLst>
                  <a:ahLst/>
                  <a:cxnLst/>
                  <a:rect l="textAreaLeft" t="textAreaTop" r="textAreaRight" b="textAreaBottom"/>
                  <a:pathLst>
                    <a:path w="42087" h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5480" bIns="15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38" name="Google Shape;413;p16"/>
                <p:cNvGrpSpPr/>
                <p:nvPr/>
              </p:nvGrpSpPr>
              <p:grpSpPr>
                <a:xfrm>
                  <a:off x="460080" y="1583280"/>
                  <a:ext cx="73080" cy="84240"/>
                  <a:chOff x="460080" y="1583280"/>
                  <a:chExt cx="73080" cy="84240"/>
                </a:xfrm>
              </p:grpSpPr>
              <p:sp>
                <p:nvSpPr>
                  <p:cNvPr id="239" name="Google Shape;414;p16"/>
                  <p:cNvSpPr/>
                  <p:nvPr/>
                </p:nvSpPr>
                <p:spPr>
                  <a:xfrm rot="21152400">
                    <a:off x="460440" y="158724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0" name="Google Shape;415;p16"/>
                  <p:cNvSpPr/>
                  <p:nvPr/>
                </p:nvSpPr>
                <p:spPr>
                  <a:xfrm rot="21152400">
                    <a:off x="463320" y="160848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1" name="Google Shape;416;p16"/>
                  <p:cNvSpPr/>
                  <p:nvPr/>
                </p:nvSpPr>
                <p:spPr>
                  <a:xfrm rot="21152400">
                    <a:off x="465480" y="163116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2" name="Google Shape;417;p16"/>
                  <p:cNvSpPr/>
                  <p:nvPr/>
                </p:nvSpPr>
                <p:spPr>
                  <a:xfrm rot="21152400">
                    <a:off x="468360" y="165240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243" name="Google Shape;418;p16"/>
              <p:cNvGrpSpPr/>
              <p:nvPr/>
            </p:nvGrpSpPr>
            <p:grpSpPr>
              <a:xfrm>
                <a:off x="243000" y="951120"/>
                <a:ext cx="168120" cy="790200"/>
                <a:chOff x="243000" y="951120"/>
                <a:chExt cx="168120" cy="790200"/>
              </a:xfrm>
            </p:grpSpPr>
            <p:sp>
              <p:nvSpPr>
                <p:cNvPr id="244" name="Google Shape;419;p16"/>
                <p:cNvSpPr/>
                <p:nvPr/>
              </p:nvSpPr>
              <p:spPr>
                <a:xfrm rot="21427800">
                  <a:off x="262440" y="953640"/>
                  <a:ext cx="128880" cy="784800"/>
                </a:xfrm>
                <a:custGeom>
                  <a:avLst/>
                  <a:gdLst>
                    <a:gd name="textAreaLeft" fmla="*/ 0 w 128880"/>
                    <a:gd name="textAreaRight" fmla="*/ 129240 w 128880"/>
                    <a:gd name="textAreaTop" fmla="*/ 0 h 784800"/>
                    <a:gd name="textAreaBottom" fmla="*/ 785160 h 784800"/>
                  </a:gdLst>
                  <a:ahLst/>
                  <a:cxnLst/>
                  <a:rect l="textAreaLeft" t="textAreaTop" r="textAreaRight" b="textAreaBottom"/>
                  <a:pathLst>
                    <a:path w="176117" h="1069848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" name="Google Shape;420;p16"/>
                <p:cNvSpPr/>
                <p:nvPr/>
              </p:nvSpPr>
              <p:spPr>
                <a:xfrm>
                  <a:off x="293400" y="1285200"/>
                  <a:ext cx="64080" cy="64080"/>
                </a:xfrm>
                <a:custGeom>
                  <a:avLst/>
                  <a:gdLst>
                    <a:gd name="textAreaLeft" fmla="*/ 0 w 64080"/>
                    <a:gd name="textAreaRight" fmla="*/ 64440 w 64080"/>
                    <a:gd name="textAreaTop" fmla="*/ 0 h 64080"/>
                    <a:gd name="textAreaBottom" fmla="*/ 64440 h 64080"/>
                  </a:gdLst>
                  <a:ahLst/>
                  <a:cxnLst/>
                  <a:rect l="textAreaLeft" t="textAreaTop" r="textAreaRight" b="textAreaBottom"/>
                  <a:pathLst>
                    <a:path w="87629" h="8763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2040" bIns="32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46" name="Google Shape;421;p16"/>
                <p:cNvGrpSpPr/>
                <p:nvPr/>
              </p:nvGrpSpPr>
              <p:grpSpPr>
                <a:xfrm>
                  <a:off x="276840" y="1180080"/>
                  <a:ext cx="84960" cy="36360"/>
                  <a:chOff x="276840" y="1180080"/>
                  <a:chExt cx="84960" cy="36360"/>
                </a:xfrm>
              </p:grpSpPr>
              <p:sp>
                <p:nvSpPr>
                  <p:cNvPr id="247" name="Google Shape;422;p16"/>
                  <p:cNvSpPr/>
                  <p:nvPr/>
                </p:nvSpPr>
                <p:spPr>
                  <a:xfrm rot="21427800">
                    <a:off x="276840" y="118224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8" name="Google Shape;423;p16"/>
                  <p:cNvSpPr/>
                  <p:nvPr/>
                </p:nvSpPr>
                <p:spPr>
                  <a:xfrm rot="21427800">
                    <a:off x="277920" y="120384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49" name="Google Shape;424;p16"/>
                <p:cNvGrpSpPr/>
                <p:nvPr/>
              </p:nvGrpSpPr>
              <p:grpSpPr>
                <a:xfrm>
                  <a:off x="291600" y="1471320"/>
                  <a:ext cx="84960" cy="36360"/>
                  <a:chOff x="291600" y="1471320"/>
                  <a:chExt cx="84960" cy="36360"/>
                </a:xfrm>
              </p:grpSpPr>
              <p:sp>
                <p:nvSpPr>
                  <p:cNvPr id="250" name="Google Shape;425;p16"/>
                  <p:cNvSpPr/>
                  <p:nvPr/>
                </p:nvSpPr>
                <p:spPr>
                  <a:xfrm rot="21427800">
                    <a:off x="291600" y="147348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1" name="Google Shape;426;p16"/>
                  <p:cNvSpPr/>
                  <p:nvPr/>
                </p:nvSpPr>
                <p:spPr>
                  <a:xfrm rot="21427800">
                    <a:off x="292680" y="149508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252" name="Google Shape;427;p16"/>
              <p:cNvGrpSpPr/>
              <p:nvPr/>
            </p:nvGrpSpPr>
            <p:grpSpPr>
              <a:xfrm>
                <a:off x="96480" y="1013760"/>
                <a:ext cx="148320" cy="728640"/>
                <a:chOff x="96480" y="1013760"/>
                <a:chExt cx="148320" cy="728640"/>
              </a:xfrm>
            </p:grpSpPr>
            <p:sp>
              <p:nvSpPr>
                <p:cNvPr id="253" name="Google Shape;428;p16"/>
                <p:cNvSpPr/>
                <p:nvPr/>
              </p:nvSpPr>
              <p:spPr>
                <a:xfrm>
                  <a:off x="96480" y="1013760"/>
                  <a:ext cx="148320" cy="728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728640"/>
                    <a:gd name="textAreaBottom" fmla="*/ 729000 h 728640"/>
                  </a:gdLst>
                  <a:ahLst/>
                  <a:cxnLst/>
                  <a:rect l="textAreaLeft" t="textAreaTop" r="textAreaRight" b="textAreaBottom"/>
                  <a:pathLst>
                    <a:path w="202120" h="992123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" name="Google Shape;429;p16"/>
                <p:cNvSpPr/>
                <p:nvPr/>
              </p:nvSpPr>
              <p:spPr>
                <a:xfrm>
                  <a:off x="125280" y="1071000"/>
                  <a:ext cx="90000" cy="90000"/>
                </a:xfrm>
                <a:custGeom>
                  <a:avLst/>
                  <a:gdLst>
                    <a:gd name="textAreaLeft" fmla="*/ 0 w 90000"/>
                    <a:gd name="textAreaRight" fmla="*/ 90360 w 90000"/>
                    <a:gd name="textAreaTop" fmla="*/ 0 h 90000"/>
                    <a:gd name="textAreaBottom" fmla="*/ 90360 h 90000"/>
                  </a:gdLst>
                  <a:ahLst/>
                  <a:cxnLst/>
                  <a:rect l="textAreaLeft" t="textAreaTop" r="textAreaRight" b="textAreaBottom"/>
                  <a:pathLst>
                    <a:path w="123063" h="123062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5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55" name="Google Shape;430;p16"/>
                <p:cNvGrpSpPr/>
                <p:nvPr/>
              </p:nvGrpSpPr>
              <p:grpSpPr>
                <a:xfrm>
                  <a:off x="123480" y="1492920"/>
                  <a:ext cx="93960" cy="32400"/>
                  <a:chOff x="123480" y="1492920"/>
                  <a:chExt cx="93960" cy="32400"/>
                </a:xfrm>
              </p:grpSpPr>
              <p:sp>
                <p:nvSpPr>
                  <p:cNvPr id="256" name="Google Shape;431;p16"/>
                  <p:cNvSpPr/>
                  <p:nvPr/>
                </p:nvSpPr>
                <p:spPr>
                  <a:xfrm>
                    <a:off x="123480" y="149292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7" name="Google Shape;432;p16"/>
                  <p:cNvSpPr/>
                  <p:nvPr/>
                </p:nvSpPr>
                <p:spPr>
                  <a:xfrm>
                    <a:off x="123480" y="151452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58" name="Google Shape;433;p16"/>
                <p:cNvGrpSpPr/>
                <p:nvPr/>
              </p:nvGrpSpPr>
              <p:grpSpPr>
                <a:xfrm>
                  <a:off x="123480" y="1657080"/>
                  <a:ext cx="93960" cy="32400"/>
                  <a:chOff x="123480" y="1657080"/>
                  <a:chExt cx="93960" cy="32400"/>
                </a:xfrm>
              </p:grpSpPr>
              <p:sp>
                <p:nvSpPr>
                  <p:cNvPr id="259" name="Google Shape;434;p16"/>
                  <p:cNvSpPr/>
                  <p:nvPr/>
                </p:nvSpPr>
                <p:spPr>
                  <a:xfrm>
                    <a:off x="123480" y="165708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60" name="Google Shape;435;p16"/>
                  <p:cNvSpPr/>
                  <p:nvPr/>
                </p:nvSpPr>
                <p:spPr>
                  <a:xfrm>
                    <a:off x="123480" y="167868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261" name="Google Shape;436;p16"/>
            <p:cNvGrpSpPr/>
            <p:nvPr/>
          </p:nvGrpSpPr>
          <p:grpSpPr>
            <a:xfrm>
              <a:off x="492120" y="1215720"/>
              <a:ext cx="155880" cy="527040"/>
              <a:chOff x="492120" y="1215720"/>
              <a:chExt cx="155880" cy="527040"/>
            </a:xfrm>
          </p:grpSpPr>
          <p:sp>
            <p:nvSpPr>
              <p:cNvPr id="262" name="Google Shape;437;p16"/>
              <p:cNvSpPr/>
              <p:nvPr/>
            </p:nvSpPr>
            <p:spPr>
              <a:xfrm rot="20968800">
                <a:off x="539280" y="1216800"/>
                <a:ext cx="61200" cy="524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524880"/>
                  <a:gd name="textAreaBottom" fmla="*/ 525240 h 524880"/>
                </a:gdLst>
                <a:ahLst/>
                <a:cxnLst/>
                <a:rect l="textAreaLeft" t="textAreaTop" r="textAreaRight" b="textAreaBottom"/>
                <a:pathLst>
                  <a:path w="84010" h="715136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" name="Google Shape;438;p16"/>
              <p:cNvSpPr/>
              <p:nvPr/>
            </p:nvSpPr>
            <p:spPr>
              <a:xfrm rot="20968800">
                <a:off x="563040" y="1350360"/>
                <a:ext cx="18720" cy="30168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301680"/>
                  <a:gd name="textAreaBottom" fmla="*/ 302040 h 301680"/>
                </a:gdLst>
                <a:ahLst/>
                <a:cxnLst/>
                <a:rect l="textAreaLeft" t="textAreaTop" r="textAreaRight" b="textAreaBottom"/>
                <a:pathLst>
                  <a:path w="26003" h="411289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4" name="Google Shape;439;p16"/>
          <p:cNvGrpSpPr/>
          <p:nvPr/>
        </p:nvGrpSpPr>
        <p:grpSpPr>
          <a:xfrm>
            <a:off x="135360" y="69480"/>
            <a:ext cx="426240" cy="643320"/>
            <a:chOff x="135360" y="69480"/>
            <a:chExt cx="426240" cy="643320"/>
          </a:xfrm>
        </p:grpSpPr>
        <p:grpSp>
          <p:nvGrpSpPr>
            <p:cNvPr id="265" name="Google Shape;440;p16"/>
            <p:cNvGrpSpPr/>
            <p:nvPr/>
          </p:nvGrpSpPr>
          <p:grpSpPr>
            <a:xfrm>
              <a:off x="239400" y="69480"/>
              <a:ext cx="322200" cy="548280"/>
              <a:chOff x="239400" y="69480"/>
              <a:chExt cx="322200" cy="548280"/>
            </a:xfrm>
          </p:grpSpPr>
          <p:sp>
            <p:nvSpPr>
              <p:cNvPr id="266" name="Google Shape;441;p16"/>
              <p:cNvSpPr/>
              <p:nvPr/>
            </p:nvSpPr>
            <p:spPr>
              <a:xfrm>
                <a:off x="239400" y="69480"/>
                <a:ext cx="322200" cy="54828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548280"/>
                  <a:gd name="textAreaBottom" fmla="*/ 548640 h 54828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67" name="Google Shape;442;p16"/>
              <p:cNvGrpSpPr/>
              <p:nvPr/>
            </p:nvGrpSpPr>
            <p:grpSpPr>
              <a:xfrm>
                <a:off x="285480" y="140400"/>
                <a:ext cx="230400" cy="211680"/>
                <a:chOff x="285480" y="140400"/>
                <a:chExt cx="230400" cy="211680"/>
              </a:xfrm>
            </p:grpSpPr>
            <p:sp>
              <p:nvSpPr>
                <p:cNvPr id="268" name="Google Shape;443;p16"/>
                <p:cNvSpPr/>
                <p:nvPr/>
              </p:nvSpPr>
              <p:spPr>
                <a:xfrm>
                  <a:off x="285480" y="14040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" name="Google Shape;444;p16"/>
                <p:cNvSpPr/>
                <p:nvPr/>
              </p:nvSpPr>
              <p:spPr>
                <a:xfrm>
                  <a:off x="285480" y="17964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" name="Google Shape;445;p16"/>
                <p:cNvSpPr/>
                <p:nvPr/>
              </p:nvSpPr>
              <p:spPr>
                <a:xfrm>
                  <a:off x="285480" y="2188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" name="Google Shape;446;p16"/>
                <p:cNvSpPr/>
                <p:nvPr/>
              </p:nvSpPr>
              <p:spPr>
                <a:xfrm>
                  <a:off x="285480" y="2581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" name="Google Shape;447;p16"/>
                <p:cNvSpPr/>
                <p:nvPr/>
              </p:nvSpPr>
              <p:spPr>
                <a:xfrm>
                  <a:off x="285480" y="29736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" name="Google Shape;448;p16"/>
                <p:cNvSpPr/>
                <p:nvPr/>
              </p:nvSpPr>
              <p:spPr>
                <a:xfrm>
                  <a:off x="285480" y="33660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74" name="Google Shape;449;p16"/>
              <p:cNvGrpSpPr/>
              <p:nvPr/>
            </p:nvGrpSpPr>
            <p:grpSpPr>
              <a:xfrm>
                <a:off x="285480" y="415440"/>
                <a:ext cx="230400" cy="133200"/>
                <a:chOff x="285480" y="415440"/>
                <a:chExt cx="230400" cy="133200"/>
              </a:xfrm>
            </p:grpSpPr>
            <p:sp>
              <p:nvSpPr>
                <p:cNvPr id="275" name="Google Shape;450;p16"/>
                <p:cNvSpPr/>
                <p:nvPr/>
              </p:nvSpPr>
              <p:spPr>
                <a:xfrm>
                  <a:off x="285480" y="41544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" name="Google Shape;451;p16"/>
                <p:cNvSpPr/>
                <p:nvPr/>
              </p:nvSpPr>
              <p:spPr>
                <a:xfrm>
                  <a:off x="285480" y="4546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" name="Google Shape;452;p16"/>
                <p:cNvSpPr/>
                <p:nvPr/>
              </p:nvSpPr>
              <p:spPr>
                <a:xfrm>
                  <a:off x="285480" y="4939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" name="Google Shape;453;p16"/>
                <p:cNvSpPr/>
                <p:nvPr/>
              </p:nvSpPr>
              <p:spPr>
                <a:xfrm>
                  <a:off x="285480" y="53316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279" name="Google Shape;454;p16"/>
              <p:cNvSpPr/>
              <p:nvPr/>
            </p:nvSpPr>
            <p:spPr>
              <a:xfrm>
                <a:off x="478800" y="69480"/>
                <a:ext cx="82440" cy="82440"/>
              </a:xfrm>
              <a:custGeom>
                <a:avLst/>
                <a:gdLst>
                  <a:gd name="textAreaLeft" fmla="*/ 0 w 82440"/>
                  <a:gd name="textAreaRight" fmla="*/ 82800 w 82440"/>
                  <a:gd name="textAreaTop" fmla="*/ 0 h 82440"/>
                  <a:gd name="textAreaBottom" fmla="*/ 82800 h 8244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400" bIns="41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0" name="Google Shape;455;p16"/>
            <p:cNvGrpSpPr/>
            <p:nvPr/>
          </p:nvGrpSpPr>
          <p:grpSpPr>
            <a:xfrm>
              <a:off x="135360" y="164520"/>
              <a:ext cx="322200" cy="548280"/>
              <a:chOff x="135360" y="164520"/>
              <a:chExt cx="322200" cy="548280"/>
            </a:xfrm>
          </p:grpSpPr>
          <p:sp>
            <p:nvSpPr>
              <p:cNvPr id="281" name="Google Shape;456;p16"/>
              <p:cNvSpPr/>
              <p:nvPr/>
            </p:nvSpPr>
            <p:spPr>
              <a:xfrm>
                <a:off x="135360" y="164520"/>
                <a:ext cx="322200" cy="54828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548280"/>
                  <a:gd name="textAreaBottom" fmla="*/ 548640 h 54828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82" name="Google Shape;457;p16"/>
              <p:cNvGrpSpPr/>
              <p:nvPr/>
            </p:nvGrpSpPr>
            <p:grpSpPr>
              <a:xfrm>
                <a:off x="181440" y="235440"/>
                <a:ext cx="230400" cy="211680"/>
                <a:chOff x="181440" y="235440"/>
                <a:chExt cx="230400" cy="211680"/>
              </a:xfrm>
            </p:grpSpPr>
            <p:sp>
              <p:nvSpPr>
                <p:cNvPr id="283" name="Google Shape;458;p16"/>
                <p:cNvSpPr/>
                <p:nvPr/>
              </p:nvSpPr>
              <p:spPr>
                <a:xfrm>
                  <a:off x="181440" y="23544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" name="Google Shape;459;p16"/>
                <p:cNvSpPr/>
                <p:nvPr/>
              </p:nvSpPr>
              <p:spPr>
                <a:xfrm>
                  <a:off x="181440" y="2746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" name="Google Shape;460;p16"/>
                <p:cNvSpPr/>
                <p:nvPr/>
              </p:nvSpPr>
              <p:spPr>
                <a:xfrm>
                  <a:off x="181440" y="3139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" name="Google Shape;461;p16"/>
                <p:cNvSpPr/>
                <p:nvPr/>
              </p:nvSpPr>
              <p:spPr>
                <a:xfrm>
                  <a:off x="181440" y="35316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" name="Google Shape;462;p16"/>
                <p:cNvSpPr/>
                <p:nvPr/>
              </p:nvSpPr>
              <p:spPr>
                <a:xfrm>
                  <a:off x="181440" y="39240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" name="Google Shape;463;p16"/>
                <p:cNvSpPr/>
                <p:nvPr/>
              </p:nvSpPr>
              <p:spPr>
                <a:xfrm>
                  <a:off x="181440" y="43164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89" name="Google Shape;464;p16"/>
              <p:cNvGrpSpPr/>
              <p:nvPr/>
            </p:nvGrpSpPr>
            <p:grpSpPr>
              <a:xfrm>
                <a:off x="181440" y="510480"/>
                <a:ext cx="230400" cy="133200"/>
                <a:chOff x="181440" y="510480"/>
                <a:chExt cx="230400" cy="133200"/>
              </a:xfrm>
            </p:grpSpPr>
            <p:sp>
              <p:nvSpPr>
                <p:cNvPr id="290" name="Google Shape;465;p16"/>
                <p:cNvSpPr/>
                <p:nvPr/>
              </p:nvSpPr>
              <p:spPr>
                <a:xfrm>
                  <a:off x="181440" y="5104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" name="Google Shape;466;p16"/>
                <p:cNvSpPr/>
                <p:nvPr/>
              </p:nvSpPr>
              <p:spPr>
                <a:xfrm>
                  <a:off x="181440" y="5497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" name="Google Shape;467;p16"/>
                <p:cNvSpPr/>
                <p:nvPr/>
              </p:nvSpPr>
              <p:spPr>
                <a:xfrm>
                  <a:off x="181440" y="58896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" name="Google Shape;468;p16"/>
                <p:cNvSpPr/>
                <p:nvPr/>
              </p:nvSpPr>
              <p:spPr>
                <a:xfrm>
                  <a:off x="181440" y="62820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294" name="Google Shape;469;p16"/>
              <p:cNvSpPr/>
              <p:nvPr/>
            </p:nvSpPr>
            <p:spPr>
              <a:xfrm>
                <a:off x="375120" y="164520"/>
                <a:ext cx="82440" cy="82440"/>
              </a:xfrm>
              <a:custGeom>
                <a:avLst/>
                <a:gdLst>
                  <a:gd name="textAreaLeft" fmla="*/ 0 w 82440"/>
                  <a:gd name="textAreaRight" fmla="*/ 82800 w 82440"/>
                  <a:gd name="textAreaTop" fmla="*/ 0 h 82440"/>
                  <a:gd name="textAreaBottom" fmla="*/ 82800 h 8244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400" bIns="41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95" name="Google Shape;470;p16"/>
          <p:cNvGrpSpPr/>
          <p:nvPr/>
        </p:nvGrpSpPr>
        <p:grpSpPr>
          <a:xfrm>
            <a:off x="309960" y="711720"/>
            <a:ext cx="18000" cy="243000"/>
            <a:chOff x="309960" y="711720"/>
            <a:chExt cx="18000" cy="243000"/>
          </a:xfrm>
        </p:grpSpPr>
        <p:sp>
          <p:nvSpPr>
            <p:cNvPr id="296" name="Google Shape;471;p16"/>
            <p:cNvSpPr/>
            <p:nvPr/>
          </p:nvSpPr>
          <p:spPr>
            <a:xfrm>
              <a:off x="318960" y="720360"/>
              <a:ext cx="6480" cy="22572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225720"/>
                <a:gd name="textAreaBottom" fmla="*/ 226080 h 2257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472;p16"/>
            <p:cNvSpPr/>
            <p:nvPr/>
          </p:nvSpPr>
          <p:spPr>
            <a:xfrm>
              <a:off x="309960" y="936720"/>
              <a:ext cx="18000" cy="180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473;p16"/>
            <p:cNvSpPr/>
            <p:nvPr/>
          </p:nvSpPr>
          <p:spPr>
            <a:xfrm>
              <a:off x="309960" y="711720"/>
              <a:ext cx="18000" cy="180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9" name="Google Shape;474;p16"/>
          <p:cNvGrpSpPr/>
          <p:nvPr/>
        </p:nvGrpSpPr>
        <p:grpSpPr>
          <a:xfrm>
            <a:off x="8421480" y="1045080"/>
            <a:ext cx="395640" cy="717480"/>
            <a:chOff x="8421480" y="1045080"/>
            <a:chExt cx="395640" cy="717480"/>
          </a:xfrm>
        </p:grpSpPr>
        <p:grpSp>
          <p:nvGrpSpPr>
            <p:cNvPr id="300" name="Google Shape;475;p16"/>
            <p:cNvGrpSpPr/>
            <p:nvPr/>
          </p:nvGrpSpPr>
          <p:grpSpPr>
            <a:xfrm>
              <a:off x="8421480" y="1045080"/>
              <a:ext cx="395640" cy="717480"/>
              <a:chOff x="8421480" y="1045080"/>
              <a:chExt cx="395640" cy="717480"/>
            </a:xfrm>
          </p:grpSpPr>
          <p:sp>
            <p:nvSpPr>
              <p:cNvPr id="301" name="Google Shape;476;p16"/>
              <p:cNvSpPr/>
              <p:nvPr/>
            </p:nvSpPr>
            <p:spPr>
              <a:xfrm>
                <a:off x="8421480" y="1045080"/>
                <a:ext cx="395640" cy="717480"/>
              </a:xfrm>
              <a:custGeom>
                <a:avLst/>
                <a:gdLst>
                  <a:gd name="textAreaLeft" fmla="*/ 0 w 395640"/>
                  <a:gd name="textAreaRight" fmla="*/ 396000 w 395640"/>
                  <a:gd name="textAreaTop" fmla="*/ 0 h 717480"/>
                  <a:gd name="textAreaBottom" fmla="*/ 717840 h 717480"/>
                </a:gdLst>
                <a:ahLst/>
                <a:cxnLst/>
                <a:rect l="textAreaLeft" t="textAreaTop" r="textAreaRight" b="textAreaBottom"/>
                <a:pathLst>
                  <a:path w="470725" h="852963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2" name="Google Shape;477;p16"/>
              <p:cNvSpPr/>
              <p:nvPr/>
            </p:nvSpPr>
            <p:spPr>
              <a:xfrm>
                <a:off x="8438760" y="1081800"/>
                <a:ext cx="361080" cy="58824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588240"/>
                  <a:gd name="textAreaBottom" fmla="*/ 588600 h 588240"/>
                </a:gdLst>
                <a:ahLst/>
                <a:cxnLst/>
                <a:rect l="textAreaLeft" t="textAreaTop" r="textAreaRight" b="textAreaBottom"/>
                <a:pathLst>
                  <a:path w="429577" h="69942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03" name="Google Shape;478;p16"/>
            <p:cNvSpPr/>
            <p:nvPr/>
          </p:nvSpPr>
          <p:spPr>
            <a:xfrm>
              <a:off x="8456040" y="1708920"/>
              <a:ext cx="326520" cy="2664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388334" h="3219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4" name="Google Shape;479;p16"/>
          <p:cNvGrpSpPr/>
          <p:nvPr/>
        </p:nvGrpSpPr>
        <p:grpSpPr>
          <a:xfrm>
            <a:off x="8088840" y="57600"/>
            <a:ext cx="1061640" cy="558720"/>
            <a:chOff x="8088840" y="57600"/>
            <a:chExt cx="1061640" cy="558720"/>
          </a:xfrm>
        </p:grpSpPr>
        <p:sp>
          <p:nvSpPr>
            <p:cNvPr id="305" name="Google Shape;480;p16"/>
            <p:cNvSpPr/>
            <p:nvPr/>
          </p:nvSpPr>
          <p:spPr>
            <a:xfrm>
              <a:off x="8088840" y="57600"/>
              <a:ext cx="1061640" cy="558720"/>
            </a:xfrm>
            <a:custGeom>
              <a:avLst/>
              <a:gdLst>
                <a:gd name="textAreaLeft" fmla="*/ 0 w 1061640"/>
                <a:gd name="textAreaRight" fmla="*/ 1062000 w 1061640"/>
                <a:gd name="textAreaTop" fmla="*/ 0 h 558720"/>
                <a:gd name="textAreaBottom" fmla="*/ 559080 h 558720"/>
              </a:gdLst>
              <a:ahLst/>
              <a:cxnLst/>
              <a:rect l="textAreaLeft" t="textAreaTop" r="textAreaRight" b="textAreaBottom"/>
              <a:pathLst>
                <a:path w="1262157" h="664368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6" name="Google Shape;481;p16"/>
            <p:cNvGrpSpPr/>
            <p:nvPr/>
          </p:nvGrpSpPr>
          <p:grpSpPr>
            <a:xfrm>
              <a:off x="8438760" y="224640"/>
              <a:ext cx="281160" cy="319320"/>
              <a:chOff x="8438760" y="224640"/>
              <a:chExt cx="281160" cy="319320"/>
            </a:xfrm>
          </p:grpSpPr>
          <p:grpSp>
            <p:nvGrpSpPr>
              <p:cNvPr id="307" name="Google Shape;482;p16"/>
              <p:cNvGrpSpPr/>
              <p:nvPr/>
            </p:nvGrpSpPr>
            <p:grpSpPr>
              <a:xfrm>
                <a:off x="8438760" y="224640"/>
                <a:ext cx="281160" cy="319320"/>
                <a:chOff x="8438760" y="224640"/>
                <a:chExt cx="281160" cy="319320"/>
              </a:xfrm>
            </p:grpSpPr>
            <p:grpSp>
              <p:nvGrpSpPr>
                <p:cNvPr id="308" name="Google Shape;483;p16"/>
                <p:cNvGrpSpPr/>
                <p:nvPr/>
              </p:nvGrpSpPr>
              <p:grpSpPr>
                <a:xfrm>
                  <a:off x="8438760" y="423000"/>
                  <a:ext cx="281160" cy="120960"/>
                  <a:chOff x="8438760" y="423000"/>
                  <a:chExt cx="281160" cy="120960"/>
                </a:xfrm>
              </p:grpSpPr>
              <p:sp>
                <p:nvSpPr>
                  <p:cNvPr id="309" name="Google Shape;484;p16"/>
                  <p:cNvSpPr/>
                  <p:nvPr/>
                </p:nvSpPr>
                <p:spPr>
                  <a:xfrm>
                    <a:off x="8438760" y="44856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0" name="Google Shape;485;p16"/>
                  <p:cNvSpPr/>
                  <p:nvPr/>
                </p:nvSpPr>
                <p:spPr>
                  <a:xfrm>
                    <a:off x="8438760" y="42300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11" name="Google Shape;486;p16"/>
                <p:cNvGrpSpPr/>
                <p:nvPr/>
              </p:nvGrpSpPr>
              <p:grpSpPr>
                <a:xfrm>
                  <a:off x="8438760" y="323640"/>
                  <a:ext cx="281160" cy="120960"/>
                  <a:chOff x="8438760" y="323640"/>
                  <a:chExt cx="281160" cy="120960"/>
                </a:xfrm>
              </p:grpSpPr>
              <p:sp>
                <p:nvSpPr>
                  <p:cNvPr id="312" name="Google Shape;487;p16"/>
                  <p:cNvSpPr/>
                  <p:nvPr/>
                </p:nvSpPr>
                <p:spPr>
                  <a:xfrm>
                    <a:off x="8438760" y="34920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3" name="Google Shape;488;p16"/>
                  <p:cNvSpPr/>
                  <p:nvPr/>
                </p:nvSpPr>
                <p:spPr>
                  <a:xfrm>
                    <a:off x="8438760" y="32364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14" name="Google Shape;489;p16"/>
                <p:cNvGrpSpPr/>
                <p:nvPr/>
              </p:nvGrpSpPr>
              <p:grpSpPr>
                <a:xfrm>
                  <a:off x="8438760" y="224640"/>
                  <a:ext cx="281160" cy="120960"/>
                  <a:chOff x="8438760" y="224640"/>
                  <a:chExt cx="281160" cy="120960"/>
                </a:xfrm>
              </p:grpSpPr>
              <p:sp>
                <p:nvSpPr>
                  <p:cNvPr id="315" name="Google Shape;490;p16"/>
                  <p:cNvSpPr/>
                  <p:nvPr/>
                </p:nvSpPr>
                <p:spPr>
                  <a:xfrm>
                    <a:off x="8438760" y="25020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6" name="Google Shape;491;p16"/>
                  <p:cNvSpPr/>
                  <p:nvPr/>
                </p:nvSpPr>
                <p:spPr>
                  <a:xfrm>
                    <a:off x="8438760" y="22464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317" name="Google Shape;492;p16"/>
              <p:cNvSpPr/>
              <p:nvPr/>
            </p:nvSpPr>
            <p:spPr>
              <a:xfrm>
                <a:off x="8652600" y="2876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" name="Google Shape;493;p16"/>
              <p:cNvSpPr/>
              <p:nvPr/>
            </p:nvSpPr>
            <p:spPr>
              <a:xfrm>
                <a:off x="8652600" y="3848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" name="Google Shape;494;p16"/>
              <p:cNvSpPr/>
              <p:nvPr/>
            </p:nvSpPr>
            <p:spPr>
              <a:xfrm>
                <a:off x="8652600" y="48672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20" name="Google Shape;495;p16"/>
          <p:cNvGrpSpPr/>
          <p:nvPr/>
        </p:nvGrpSpPr>
        <p:grpSpPr>
          <a:xfrm>
            <a:off x="8582400" y="611640"/>
            <a:ext cx="32760" cy="442440"/>
            <a:chOff x="8582400" y="611640"/>
            <a:chExt cx="32760" cy="442440"/>
          </a:xfrm>
        </p:grpSpPr>
        <p:sp>
          <p:nvSpPr>
            <p:cNvPr id="321" name="Google Shape;496;p16"/>
            <p:cNvSpPr/>
            <p:nvPr/>
          </p:nvSpPr>
          <p:spPr>
            <a:xfrm>
              <a:off x="8598960" y="627480"/>
              <a:ext cx="12240" cy="411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411120"/>
                <a:gd name="textAreaBottom" fmla="*/ 411480 h 4111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497;p16"/>
            <p:cNvSpPr/>
            <p:nvPr/>
          </p:nvSpPr>
          <p:spPr>
            <a:xfrm>
              <a:off x="8582400" y="1021320"/>
              <a:ext cx="32760" cy="3276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498;p16"/>
            <p:cNvSpPr/>
            <p:nvPr/>
          </p:nvSpPr>
          <p:spPr>
            <a:xfrm>
              <a:off x="8582400" y="611640"/>
              <a:ext cx="32760" cy="3276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5" name="Google Shape;509;p17"/>
          <p:cNvSpPr/>
          <p:nvPr/>
        </p:nvSpPr>
        <p:spPr>
          <a:xfrm rot="8820000" flipH="1">
            <a:off x="7035120" y="3934080"/>
            <a:ext cx="3158280" cy="250920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2509200"/>
              <a:gd name="textAreaBottom" fmla="*/ 2509560 h 2509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6" name="Google Shape;510;p17"/>
          <p:cNvSpPr/>
          <p:nvPr/>
        </p:nvSpPr>
        <p:spPr>
          <a:xfrm rot="17943000" flipH="1">
            <a:off x="-1336680" y="-858960"/>
            <a:ext cx="2745360" cy="1921320"/>
          </a:xfrm>
          <a:custGeom>
            <a:avLst/>
            <a:gdLst>
              <a:gd name="textAreaLeft" fmla="*/ 360 w 2745360"/>
              <a:gd name="textAreaRight" fmla="*/ 2746080 w 27453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7" name="Google Shape;511;p17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328" name="Google Shape;512;p17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329" name="Google Shape;513;p17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" name="Google Shape;514;p17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1" name="Google Shape;515;p17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32" name="Google Shape;516;p17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3" name="Google Shape;517;p17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334" name="Google Shape;518;p17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335" name="Google Shape;519;p17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36" name="Google Shape;520;p17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337" name="Google Shape;521;p17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8" name="Google Shape;522;p17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523;p17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40" name="Google Shape;524;p17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341" name="Google Shape;525;p17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42" name="Google Shape;526;p17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343" name="Google Shape;527;p17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344" name="Google Shape;528;p17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45" name="Google Shape;529;p17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46" name="Google Shape;530;p17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347" name="Google Shape;531;p17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48" name="Google Shape;532;p17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49" name="Google Shape;533;p17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350" name="Google Shape;534;p17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51" name="Google Shape;535;p17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3" name="Google Shape;550;p18"/>
          <p:cNvSpPr/>
          <p:nvPr/>
        </p:nvSpPr>
        <p:spPr>
          <a:xfrm rot="18336600" flipH="1">
            <a:off x="7371720" y="403812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4" name="Google Shape;551;p18"/>
          <p:cNvSpPr/>
          <p:nvPr/>
        </p:nvSpPr>
        <p:spPr>
          <a:xfrm rot="531600" flipH="1">
            <a:off x="-1621080" y="4095360"/>
            <a:ext cx="2580840" cy="2086560"/>
          </a:xfrm>
          <a:custGeom>
            <a:avLst/>
            <a:gdLst>
              <a:gd name="textAreaLeft" fmla="*/ 360 w 2580840"/>
              <a:gd name="textAreaRight" fmla="*/ 2581560 w 2580840"/>
              <a:gd name="textAreaTop" fmla="*/ 0 h 2086560"/>
              <a:gd name="textAreaBottom" fmla="*/ 2086920 h 20865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5" name="Google Shape;552;p18"/>
          <p:cNvSpPr/>
          <p:nvPr/>
        </p:nvSpPr>
        <p:spPr>
          <a:xfrm rot="460800" flipH="1">
            <a:off x="7343280" y="-1448640"/>
            <a:ext cx="3053520" cy="2468880"/>
          </a:xfrm>
          <a:custGeom>
            <a:avLst/>
            <a:gdLst>
              <a:gd name="textAreaLeft" fmla="*/ 360 w 3053520"/>
              <a:gd name="textAreaRight" fmla="*/ 3054240 w 3053520"/>
              <a:gd name="textAreaTop" fmla="*/ 0 h 2468880"/>
              <a:gd name="textAreaBottom" fmla="*/ 2469240 h 24688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56" name="Google Shape;553;p18"/>
          <p:cNvGrpSpPr/>
          <p:nvPr/>
        </p:nvGrpSpPr>
        <p:grpSpPr>
          <a:xfrm>
            <a:off x="7931880" y="177120"/>
            <a:ext cx="997560" cy="736560"/>
            <a:chOff x="7931880" y="177120"/>
            <a:chExt cx="997560" cy="736560"/>
          </a:xfrm>
        </p:grpSpPr>
        <p:grpSp>
          <p:nvGrpSpPr>
            <p:cNvPr id="357" name="Google Shape;554;p18"/>
            <p:cNvGrpSpPr/>
            <p:nvPr/>
          </p:nvGrpSpPr>
          <p:grpSpPr>
            <a:xfrm>
              <a:off x="7931880" y="177120"/>
              <a:ext cx="919440" cy="317520"/>
              <a:chOff x="7931880" y="177120"/>
              <a:chExt cx="919440" cy="317520"/>
            </a:xfrm>
          </p:grpSpPr>
          <p:sp>
            <p:nvSpPr>
              <p:cNvPr id="358" name="Google Shape;555;p18"/>
              <p:cNvSpPr/>
              <p:nvPr/>
            </p:nvSpPr>
            <p:spPr>
              <a:xfrm>
                <a:off x="7931880" y="177120"/>
                <a:ext cx="919440" cy="317520"/>
              </a:xfrm>
              <a:custGeom>
                <a:avLst/>
                <a:gdLst>
                  <a:gd name="textAreaLeft" fmla="*/ 0 w 919440"/>
                  <a:gd name="textAreaRight" fmla="*/ 919800 w 919440"/>
                  <a:gd name="textAreaTop" fmla="*/ 0 h 317520"/>
                  <a:gd name="textAreaBottom" fmla="*/ 317880 h 317520"/>
                </a:gdLst>
                <a:ahLst/>
                <a:cxnLst/>
                <a:rect l="textAreaLeft" t="textAreaTop" r="textAreaRight" b="textAreaBottom"/>
                <a:pathLst>
                  <a:path w="652843" h="225742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9" name="Google Shape;556;p18"/>
              <p:cNvSpPr/>
              <p:nvPr/>
            </p:nvSpPr>
            <p:spPr>
              <a:xfrm>
                <a:off x="8011800" y="228240"/>
                <a:ext cx="212760" cy="212760"/>
              </a:xfrm>
              <a:custGeom>
                <a:avLst/>
                <a:gdLst>
                  <a:gd name="textAreaLeft" fmla="*/ 0 w 212760"/>
                  <a:gd name="textAreaRight" fmla="*/ 213120 w 212760"/>
                  <a:gd name="textAreaTop" fmla="*/ 0 h 212760"/>
                  <a:gd name="textAreaBottom" fmla="*/ 213120 h 212760"/>
                </a:gdLst>
                <a:ahLst/>
                <a:cxnLst/>
                <a:rect l="textAreaLeft" t="textAreaTop" r="textAreaRight" b="textAreaBottom"/>
                <a:pathLst>
                  <a:path w="151161" h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60" name="Google Shape;557;p18"/>
              <p:cNvGrpSpPr/>
              <p:nvPr/>
            </p:nvGrpSpPr>
            <p:grpSpPr>
              <a:xfrm>
                <a:off x="8292960" y="234360"/>
                <a:ext cx="467280" cy="200880"/>
                <a:chOff x="8292960" y="234360"/>
                <a:chExt cx="467280" cy="200880"/>
              </a:xfrm>
            </p:grpSpPr>
            <p:sp>
              <p:nvSpPr>
                <p:cNvPr id="361" name="Google Shape;558;p18"/>
                <p:cNvSpPr/>
                <p:nvPr/>
              </p:nvSpPr>
              <p:spPr>
                <a:xfrm>
                  <a:off x="8292960" y="23436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559;p18"/>
                <p:cNvSpPr/>
                <p:nvPr/>
              </p:nvSpPr>
              <p:spPr>
                <a:xfrm>
                  <a:off x="8292960" y="291960"/>
                  <a:ext cx="408600" cy="28440"/>
                </a:xfrm>
                <a:custGeom>
                  <a:avLst/>
                  <a:gdLst>
                    <a:gd name="textAreaLeft" fmla="*/ 0 w 408600"/>
                    <a:gd name="textAreaRight" fmla="*/ 408960 w 4086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90322" h="20383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560;p18"/>
                <p:cNvSpPr/>
                <p:nvPr/>
              </p:nvSpPr>
              <p:spPr>
                <a:xfrm>
                  <a:off x="8292960" y="349200"/>
                  <a:ext cx="427680" cy="28440"/>
                </a:xfrm>
                <a:custGeom>
                  <a:avLst/>
                  <a:gdLst>
                    <a:gd name="textAreaLeft" fmla="*/ 0 w 427680"/>
                    <a:gd name="textAreaRight" fmla="*/ 428040 w 4276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03942" h="20383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561;p18"/>
                <p:cNvSpPr/>
                <p:nvPr/>
              </p:nvSpPr>
              <p:spPr>
                <a:xfrm>
                  <a:off x="8292960" y="406800"/>
                  <a:ext cx="241200" cy="2844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171545" h="20383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65" name="Google Shape;562;p18"/>
            <p:cNvGrpSpPr/>
            <p:nvPr/>
          </p:nvGrpSpPr>
          <p:grpSpPr>
            <a:xfrm>
              <a:off x="7931880" y="596160"/>
              <a:ext cx="919440" cy="317520"/>
              <a:chOff x="7931880" y="596160"/>
              <a:chExt cx="919440" cy="317520"/>
            </a:xfrm>
          </p:grpSpPr>
          <p:grpSp>
            <p:nvGrpSpPr>
              <p:cNvPr id="366" name="Google Shape;563;p18"/>
              <p:cNvGrpSpPr/>
              <p:nvPr/>
            </p:nvGrpSpPr>
            <p:grpSpPr>
              <a:xfrm>
                <a:off x="7931880" y="596160"/>
                <a:ext cx="919440" cy="317520"/>
                <a:chOff x="7931880" y="596160"/>
                <a:chExt cx="919440" cy="317520"/>
              </a:xfrm>
            </p:grpSpPr>
            <p:sp>
              <p:nvSpPr>
                <p:cNvPr id="367" name="Google Shape;564;p18"/>
                <p:cNvSpPr/>
                <p:nvPr/>
              </p:nvSpPr>
              <p:spPr>
                <a:xfrm>
                  <a:off x="7931880" y="596160"/>
                  <a:ext cx="919440" cy="317520"/>
                </a:xfrm>
                <a:custGeom>
                  <a:avLst/>
                  <a:gdLst>
                    <a:gd name="textAreaLeft" fmla="*/ 0 w 919440"/>
                    <a:gd name="textAreaRight" fmla="*/ 919800 w 919440"/>
                    <a:gd name="textAreaTop" fmla="*/ 0 h 317520"/>
                    <a:gd name="textAreaBottom" fmla="*/ 317880 h 317520"/>
                  </a:gdLst>
                  <a:ahLst/>
                  <a:cxnLst/>
                  <a:rect l="textAreaLeft" t="textAreaTop" r="textAreaRight" b="textAreaBottom"/>
                  <a:pathLst>
                    <a:path w="652843" h="225742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565;p18"/>
                <p:cNvSpPr/>
                <p:nvPr/>
              </p:nvSpPr>
              <p:spPr>
                <a:xfrm>
                  <a:off x="8011800" y="647640"/>
                  <a:ext cx="212760" cy="212760"/>
                </a:xfrm>
                <a:custGeom>
                  <a:avLst/>
                  <a:gdLst>
                    <a:gd name="textAreaLeft" fmla="*/ 0 w 212760"/>
                    <a:gd name="textAreaRight" fmla="*/ 213120 w 212760"/>
                    <a:gd name="textAreaTop" fmla="*/ 0 h 212760"/>
                    <a:gd name="textAreaBottom" fmla="*/ 213120 h 212760"/>
                  </a:gdLst>
                  <a:ahLst/>
                  <a:cxnLst/>
                  <a:rect l="textAreaLeft" t="textAreaTop" r="textAreaRight" b="textAreaBottom"/>
                  <a:pathLst>
                    <a:path w="151161" h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369" name="Google Shape;566;p18"/>
                <p:cNvGrpSpPr/>
                <p:nvPr/>
              </p:nvGrpSpPr>
              <p:grpSpPr>
                <a:xfrm>
                  <a:off x="8292960" y="653400"/>
                  <a:ext cx="467280" cy="200880"/>
                  <a:chOff x="8292960" y="653400"/>
                  <a:chExt cx="467280" cy="200880"/>
                </a:xfrm>
              </p:grpSpPr>
              <p:sp>
                <p:nvSpPr>
                  <p:cNvPr id="370" name="Google Shape;567;p18"/>
                  <p:cNvSpPr/>
                  <p:nvPr/>
                </p:nvSpPr>
                <p:spPr>
                  <a:xfrm>
                    <a:off x="8320320" y="653400"/>
                    <a:ext cx="394200" cy="28440"/>
                  </a:xfrm>
                  <a:custGeom>
                    <a:avLst/>
                    <a:gdLst>
                      <a:gd name="textAreaLeft" fmla="*/ 0 w 394200"/>
                      <a:gd name="textAreaRight" fmla="*/ 394560 w 394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80034" h="20383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71" name="Google Shape;568;p18"/>
                  <p:cNvSpPr/>
                  <p:nvPr/>
                </p:nvSpPr>
                <p:spPr>
                  <a:xfrm>
                    <a:off x="8292960" y="711000"/>
                    <a:ext cx="288720" cy="28440"/>
                  </a:xfrm>
                  <a:custGeom>
                    <a:avLst/>
                    <a:gdLst>
                      <a:gd name="textAreaLeft" fmla="*/ 0 w 288720"/>
                      <a:gd name="textAreaRight" fmla="*/ 289080 w 28872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05073" h="2038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72" name="Google Shape;569;p18"/>
                  <p:cNvSpPr/>
                  <p:nvPr/>
                </p:nvSpPr>
                <p:spPr>
                  <a:xfrm>
                    <a:off x="8292960" y="768240"/>
                    <a:ext cx="467280" cy="28440"/>
                  </a:xfrm>
                  <a:custGeom>
                    <a:avLst/>
                    <a:gdLst>
                      <a:gd name="textAreaLeft" fmla="*/ 0 w 467280"/>
                      <a:gd name="textAreaRight" fmla="*/ 467640 w 46728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332041" h="20383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73" name="Google Shape;570;p18"/>
                  <p:cNvSpPr/>
                  <p:nvPr/>
                </p:nvSpPr>
                <p:spPr>
                  <a:xfrm>
                    <a:off x="8292960" y="825840"/>
                    <a:ext cx="241200" cy="28440"/>
                  </a:xfrm>
                  <a:custGeom>
                    <a:avLst/>
                    <a:gdLst>
                      <a:gd name="textAreaLeft" fmla="*/ 0 w 241200"/>
                      <a:gd name="textAreaRight" fmla="*/ 241560 w 241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171545" h="20383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374" name="Google Shape;571;p18"/>
              <p:cNvSpPr/>
              <p:nvPr/>
            </p:nvSpPr>
            <p:spPr>
              <a:xfrm>
                <a:off x="8083080" y="706680"/>
                <a:ext cx="71280" cy="84960"/>
              </a:xfrm>
              <a:custGeom>
                <a:avLst/>
                <a:gdLst>
                  <a:gd name="textAreaLeft" fmla="*/ 0 w 71280"/>
                  <a:gd name="textAreaRight" fmla="*/ 71640 w 712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50734" h="60632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5" name="Google Shape;572;p18"/>
            <p:cNvGrpSpPr/>
            <p:nvPr/>
          </p:nvGrpSpPr>
          <p:grpSpPr>
            <a:xfrm>
              <a:off x="8756280" y="539640"/>
              <a:ext cx="173160" cy="112320"/>
              <a:chOff x="8756280" y="539640"/>
              <a:chExt cx="173160" cy="112320"/>
            </a:xfrm>
          </p:grpSpPr>
          <p:grpSp>
            <p:nvGrpSpPr>
              <p:cNvPr id="376" name="Google Shape;573;p18"/>
              <p:cNvGrpSpPr/>
              <p:nvPr/>
            </p:nvGrpSpPr>
            <p:grpSpPr>
              <a:xfrm>
                <a:off x="8756280" y="553320"/>
                <a:ext cx="173160" cy="89640"/>
                <a:chOff x="8756280" y="553320"/>
                <a:chExt cx="173160" cy="89640"/>
              </a:xfrm>
            </p:grpSpPr>
            <p:sp>
              <p:nvSpPr>
                <p:cNvPr id="377" name="Google Shape;574;p18"/>
                <p:cNvSpPr/>
                <p:nvPr/>
              </p:nvSpPr>
              <p:spPr>
                <a:xfrm>
                  <a:off x="8756280" y="553320"/>
                  <a:ext cx="173160" cy="89640"/>
                </a:xfrm>
                <a:custGeom>
                  <a:avLst/>
                  <a:gdLst>
                    <a:gd name="textAreaLeft" fmla="*/ 0 w 173160"/>
                    <a:gd name="textAreaRight" fmla="*/ 173520 w 173160"/>
                    <a:gd name="textAreaTop" fmla="*/ 0 h 89640"/>
                    <a:gd name="textAreaBottom" fmla="*/ 90000 h 89640"/>
                  </a:gdLst>
                  <a:ahLst/>
                  <a:cxnLst/>
                  <a:rect l="textAreaLeft" t="textAreaTop" r="textAreaRight" b="textAreaBottom"/>
                  <a:pathLst>
                    <a:path w="123062" h="63817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5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8" name="Google Shape;575;p18"/>
                <p:cNvSpPr/>
                <p:nvPr/>
              </p:nvSpPr>
              <p:spPr>
                <a:xfrm>
                  <a:off x="8815320" y="570600"/>
                  <a:ext cx="55080" cy="55080"/>
                </a:xfrm>
                <a:custGeom>
                  <a:avLst/>
                  <a:gdLst>
                    <a:gd name="textAreaLeft" fmla="*/ 0 w 55080"/>
                    <a:gd name="textAreaRight" fmla="*/ 55440 w 55080"/>
                    <a:gd name="textAreaTop" fmla="*/ 0 h 55080"/>
                    <a:gd name="textAreaBottom" fmla="*/ 55440 h 55080"/>
                  </a:gdLst>
                  <a:ahLst/>
                  <a:cxnLst/>
                  <a:rect l="textAreaLeft" t="textAreaTop" r="textAreaRight" b="textAreaBottom"/>
                  <a:pathLst>
                    <a:path w="39242" h="39243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720" bIns="27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79" name="Google Shape;576;p18"/>
              <p:cNvSpPr/>
              <p:nvPr/>
            </p:nvSpPr>
            <p:spPr>
              <a:xfrm rot="18900000">
                <a:off x="8768880" y="588960"/>
                <a:ext cx="145440" cy="1332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03346" h="9715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798480" y="299772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title"/>
          </p:nvPr>
        </p:nvSpPr>
        <p:spPr>
          <a:xfrm>
            <a:off x="2825640" y="102960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title"/>
          </p:nvPr>
        </p:nvSpPr>
        <p:spPr>
          <a:xfrm>
            <a:off x="4853160" y="299772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584;p19"/>
          <p:cNvSpPr/>
          <p:nvPr/>
        </p:nvSpPr>
        <p:spPr>
          <a:xfrm rot="15889200">
            <a:off x="-1869120" y="3438720"/>
            <a:ext cx="3168000" cy="2307600"/>
          </a:xfrm>
          <a:custGeom>
            <a:avLst/>
            <a:gdLst>
              <a:gd name="textAreaLeft" fmla="*/ 0 w 3168000"/>
              <a:gd name="textAreaRight" fmla="*/ 3168360 w 3168000"/>
              <a:gd name="textAreaTop" fmla="*/ 0 h 2307600"/>
              <a:gd name="textAreaBottom" fmla="*/ 2307960 h 23076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" name="Google Shape;585;p19"/>
          <p:cNvSpPr/>
          <p:nvPr/>
        </p:nvSpPr>
        <p:spPr>
          <a:xfrm rot="21304800">
            <a:off x="7350120" y="3902760"/>
            <a:ext cx="3168000" cy="2561760"/>
          </a:xfrm>
          <a:custGeom>
            <a:avLst/>
            <a:gdLst>
              <a:gd name="textAreaLeft" fmla="*/ 0 w 3168000"/>
              <a:gd name="textAreaRight" fmla="*/ 3168360 w 3168000"/>
              <a:gd name="textAreaTop" fmla="*/ 0 h 2561760"/>
              <a:gd name="textAreaBottom" fmla="*/ 2562120 h 25617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6" name="Google Shape;588;p20"/>
          <p:cNvSpPr/>
          <p:nvPr/>
        </p:nvSpPr>
        <p:spPr>
          <a:xfrm rot="337800" flipH="1">
            <a:off x="8211600" y="3187080"/>
            <a:ext cx="3158280" cy="351828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3518280"/>
              <a:gd name="textAreaBottom" fmla="*/ 3518640 h 35182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87" name="Google Shape;589;p20"/>
          <p:cNvGrpSpPr/>
          <p:nvPr/>
        </p:nvGrpSpPr>
        <p:grpSpPr>
          <a:xfrm>
            <a:off x="90360" y="4214520"/>
            <a:ext cx="515520" cy="778680"/>
            <a:chOff x="90360" y="4214520"/>
            <a:chExt cx="515520" cy="778680"/>
          </a:xfrm>
        </p:grpSpPr>
        <p:grpSp>
          <p:nvGrpSpPr>
            <p:cNvPr id="388" name="Google Shape;590;p20"/>
            <p:cNvGrpSpPr/>
            <p:nvPr/>
          </p:nvGrpSpPr>
          <p:grpSpPr>
            <a:xfrm>
              <a:off x="216000" y="4214520"/>
              <a:ext cx="389880" cy="663840"/>
              <a:chOff x="216000" y="4214520"/>
              <a:chExt cx="389880" cy="663840"/>
            </a:xfrm>
          </p:grpSpPr>
          <p:sp>
            <p:nvSpPr>
              <p:cNvPr id="389" name="Google Shape;591;p20"/>
              <p:cNvSpPr/>
              <p:nvPr/>
            </p:nvSpPr>
            <p:spPr>
              <a:xfrm>
                <a:off x="216000" y="421452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90" name="Google Shape;592;p20"/>
              <p:cNvGrpSpPr/>
              <p:nvPr/>
            </p:nvGrpSpPr>
            <p:grpSpPr>
              <a:xfrm>
                <a:off x="271800" y="4300560"/>
                <a:ext cx="279000" cy="255960"/>
                <a:chOff x="271800" y="4300560"/>
                <a:chExt cx="279000" cy="255960"/>
              </a:xfrm>
            </p:grpSpPr>
            <p:sp>
              <p:nvSpPr>
                <p:cNvPr id="391" name="Google Shape;593;p20"/>
                <p:cNvSpPr/>
                <p:nvPr/>
              </p:nvSpPr>
              <p:spPr>
                <a:xfrm>
                  <a:off x="271800" y="4300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594;p20"/>
                <p:cNvSpPr/>
                <p:nvPr/>
              </p:nvSpPr>
              <p:spPr>
                <a:xfrm>
                  <a:off x="271800" y="43480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595;p20"/>
                <p:cNvSpPr/>
                <p:nvPr/>
              </p:nvSpPr>
              <p:spPr>
                <a:xfrm>
                  <a:off x="271800" y="43952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4" name="Google Shape;596;p20"/>
                <p:cNvSpPr/>
                <p:nvPr/>
              </p:nvSpPr>
              <p:spPr>
                <a:xfrm>
                  <a:off x="271800" y="44431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5" name="Google Shape;597;p20"/>
                <p:cNvSpPr/>
                <p:nvPr/>
              </p:nvSpPr>
              <p:spPr>
                <a:xfrm>
                  <a:off x="271800" y="44902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6" name="Google Shape;598;p20"/>
                <p:cNvSpPr/>
                <p:nvPr/>
              </p:nvSpPr>
              <p:spPr>
                <a:xfrm>
                  <a:off x="271800" y="453780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97" name="Google Shape;599;p20"/>
              <p:cNvGrpSpPr/>
              <p:nvPr/>
            </p:nvGrpSpPr>
            <p:grpSpPr>
              <a:xfrm>
                <a:off x="271800" y="4633560"/>
                <a:ext cx="279000" cy="160920"/>
                <a:chOff x="271800" y="4633560"/>
                <a:chExt cx="279000" cy="160920"/>
              </a:xfrm>
            </p:grpSpPr>
            <p:sp>
              <p:nvSpPr>
                <p:cNvPr id="398" name="Google Shape;600;p20"/>
                <p:cNvSpPr/>
                <p:nvPr/>
              </p:nvSpPr>
              <p:spPr>
                <a:xfrm>
                  <a:off x="271800" y="4633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9" name="Google Shape;601;p20"/>
                <p:cNvSpPr/>
                <p:nvPr/>
              </p:nvSpPr>
              <p:spPr>
                <a:xfrm>
                  <a:off x="271800" y="46810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0" name="Google Shape;602;p20"/>
                <p:cNvSpPr/>
                <p:nvPr/>
              </p:nvSpPr>
              <p:spPr>
                <a:xfrm>
                  <a:off x="271800" y="47286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1" name="Google Shape;603;p20"/>
                <p:cNvSpPr/>
                <p:nvPr/>
              </p:nvSpPr>
              <p:spPr>
                <a:xfrm>
                  <a:off x="271800" y="477576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02" name="Google Shape;604;p20"/>
              <p:cNvSpPr/>
              <p:nvPr/>
            </p:nvSpPr>
            <p:spPr>
              <a:xfrm>
                <a:off x="506160" y="421452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03" name="Google Shape;605;p20"/>
            <p:cNvGrpSpPr/>
            <p:nvPr/>
          </p:nvGrpSpPr>
          <p:grpSpPr>
            <a:xfrm>
              <a:off x="90360" y="4329360"/>
              <a:ext cx="389880" cy="663840"/>
              <a:chOff x="90360" y="4329360"/>
              <a:chExt cx="389880" cy="663840"/>
            </a:xfrm>
          </p:grpSpPr>
          <p:sp>
            <p:nvSpPr>
              <p:cNvPr id="404" name="Google Shape;606;p20"/>
              <p:cNvSpPr/>
              <p:nvPr/>
            </p:nvSpPr>
            <p:spPr>
              <a:xfrm>
                <a:off x="90360" y="432936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05" name="Google Shape;607;p20"/>
              <p:cNvGrpSpPr/>
              <p:nvPr/>
            </p:nvGrpSpPr>
            <p:grpSpPr>
              <a:xfrm>
                <a:off x="145800" y="4415400"/>
                <a:ext cx="279000" cy="256320"/>
                <a:chOff x="145800" y="4415400"/>
                <a:chExt cx="279000" cy="256320"/>
              </a:xfrm>
            </p:grpSpPr>
            <p:sp>
              <p:nvSpPr>
                <p:cNvPr id="406" name="Google Shape;608;p20"/>
                <p:cNvSpPr/>
                <p:nvPr/>
              </p:nvSpPr>
              <p:spPr>
                <a:xfrm>
                  <a:off x="145800" y="4415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7" name="Google Shape;609;p20"/>
                <p:cNvSpPr/>
                <p:nvPr/>
              </p:nvSpPr>
              <p:spPr>
                <a:xfrm>
                  <a:off x="145800" y="44629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8" name="Google Shape;610;p20"/>
                <p:cNvSpPr/>
                <p:nvPr/>
              </p:nvSpPr>
              <p:spPr>
                <a:xfrm>
                  <a:off x="145800" y="45104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9" name="Google Shape;611;p20"/>
                <p:cNvSpPr/>
                <p:nvPr/>
              </p:nvSpPr>
              <p:spPr>
                <a:xfrm>
                  <a:off x="145800" y="45579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0" name="Google Shape;612;p20"/>
                <p:cNvSpPr/>
                <p:nvPr/>
              </p:nvSpPr>
              <p:spPr>
                <a:xfrm>
                  <a:off x="145800" y="46054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1" name="Google Shape;613;p20"/>
                <p:cNvSpPr/>
                <p:nvPr/>
              </p:nvSpPr>
              <p:spPr>
                <a:xfrm>
                  <a:off x="145800" y="465300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12" name="Google Shape;614;p20"/>
              <p:cNvGrpSpPr/>
              <p:nvPr/>
            </p:nvGrpSpPr>
            <p:grpSpPr>
              <a:xfrm>
                <a:off x="145800" y="4748400"/>
                <a:ext cx="279000" cy="161280"/>
                <a:chOff x="145800" y="4748400"/>
                <a:chExt cx="279000" cy="161280"/>
              </a:xfrm>
            </p:grpSpPr>
            <p:sp>
              <p:nvSpPr>
                <p:cNvPr id="413" name="Google Shape;615;p20"/>
                <p:cNvSpPr/>
                <p:nvPr/>
              </p:nvSpPr>
              <p:spPr>
                <a:xfrm>
                  <a:off x="145800" y="4748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4" name="Google Shape;616;p20"/>
                <p:cNvSpPr/>
                <p:nvPr/>
              </p:nvSpPr>
              <p:spPr>
                <a:xfrm>
                  <a:off x="145800" y="47959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5" name="Google Shape;617;p20"/>
                <p:cNvSpPr/>
                <p:nvPr/>
              </p:nvSpPr>
              <p:spPr>
                <a:xfrm>
                  <a:off x="145800" y="48434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6" name="Google Shape;618;p20"/>
                <p:cNvSpPr/>
                <p:nvPr/>
              </p:nvSpPr>
              <p:spPr>
                <a:xfrm>
                  <a:off x="145800" y="489096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17" name="Google Shape;619;p20"/>
              <p:cNvSpPr/>
              <p:nvPr/>
            </p:nvSpPr>
            <p:spPr>
              <a:xfrm>
                <a:off x="380160" y="432936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18" name="Google Shape;620;p20"/>
          <p:cNvSpPr/>
          <p:nvPr/>
        </p:nvSpPr>
        <p:spPr>
          <a:xfrm rot="17943000" flipH="1">
            <a:off x="-1404360" y="-738000"/>
            <a:ext cx="2745360" cy="1627560"/>
          </a:xfrm>
          <a:custGeom>
            <a:avLst/>
            <a:gdLst>
              <a:gd name="textAreaLeft" fmla="*/ -360 w 2745360"/>
              <a:gd name="textAreaRight" fmla="*/ 2745360 w 2745360"/>
              <a:gd name="textAreaTop" fmla="*/ 0 h 1627560"/>
              <a:gd name="textAreaBottom" fmla="*/ 1627920 h 16275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9" name="Google Shape;621;p20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420" name="Google Shape;622;p20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421" name="Google Shape;623;p20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22" name="Google Shape;624;p20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423" name="Google Shape;625;p20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4" name="Google Shape;626;p20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5" name="Google Shape;627;p20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26" name="Google Shape;628;p20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427" name="Google Shape;629;p20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28" name="Google Shape;630;p20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429" name="Google Shape;631;p20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430" name="Google Shape;632;p20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1" name="Google Shape;633;p20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32" name="Google Shape;634;p20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433" name="Google Shape;635;p20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4" name="Google Shape;636;p20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35" name="Google Shape;637;p20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436" name="Google Shape;638;p20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7" name="Google Shape;639;p20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4047120" y="2571840"/>
            <a:ext cx="4383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9" name="PlaceHolder 2"/>
          <p:cNvSpPr>
            <a:spLocks noGrp="1"/>
          </p:cNvSpPr>
          <p:nvPr>
            <p:ph type="title"/>
          </p:nvPr>
        </p:nvSpPr>
        <p:spPr>
          <a:xfrm>
            <a:off x="4047120" y="1321920"/>
            <a:ext cx="12355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body"/>
          </p:nvPr>
        </p:nvSpPr>
        <p:spPr>
          <a:xfrm>
            <a:off x="484560" y="1076400"/>
            <a:ext cx="2990160" cy="29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1" name="Google Shape;17;p3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2" name="Google Shape;18;p3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3" name="Google Shape;19;p3"/>
          <p:cNvSpPr/>
          <p:nvPr/>
        </p:nvSpPr>
        <p:spPr>
          <a:xfrm rot="17007000" flipH="1">
            <a:off x="6120" y="113040"/>
            <a:ext cx="642600" cy="519480"/>
          </a:xfrm>
          <a:custGeom>
            <a:avLst/>
            <a:gdLst>
              <a:gd name="textAreaLeft" fmla="*/ -360 w 642600"/>
              <a:gd name="textAreaRight" fmla="*/ 642600 w 642600"/>
              <a:gd name="textAreaTop" fmla="*/ 0 h 519480"/>
              <a:gd name="textAreaBottom" fmla="*/ 519840 h 5194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641;p21"/>
          <p:cNvSpPr/>
          <p:nvPr/>
        </p:nvSpPr>
        <p:spPr>
          <a:xfrm rot="9076800" flipH="1">
            <a:off x="7972920" y="-586080"/>
            <a:ext cx="1683360" cy="1672560"/>
          </a:xfrm>
          <a:custGeom>
            <a:avLst/>
            <a:gdLst>
              <a:gd name="textAreaLeft" fmla="*/ 360 w 1683360"/>
              <a:gd name="textAreaRight" fmla="*/ 1684080 w 1683360"/>
              <a:gd name="textAreaTop" fmla="*/ 0 h 1672560"/>
              <a:gd name="textAreaBottom" fmla="*/ 1672920 h 167256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46" name="Google Shape;643;p21"/>
          <p:cNvGrpSpPr/>
          <p:nvPr/>
        </p:nvGrpSpPr>
        <p:grpSpPr>
          <a:xfrm>
            <a:off x="682920" y="4696560"/>
            <a:ext cx="325440" cy="404280"/>
            <a:chOff x="682920" y="4696560"/>
            <a:chExt cx="325440" cy="404280"/>
          </a:xfrm>
        </p:grpSpPr>
        <p:sp>
          <p:nvSpPr>
            <p:cNvPr id="447" name="Google Shape;644;p21"/>
            <p:cNvSpPr/>
            <p:nvPr/>
          </p:nvSpPr>
          <p:spPr>
            <a:xfrm flipH="1">
              <a:off x="682920" y="4696560"/>
              <a:ext cx="325440" cy="404280"/>
            </a:xfrm>
            <a:custGeom>
              <a:avLst/>
              <a:gdLst>
                <a:gd name="textAreaLeft" fmla="*/ 360 w 325440"/>
                <a:gd name="textAreaRight" fmla="*/ 326160 w 32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435673" h="541115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8" name="Google Shape;645;p21"/>
            <p:cNvGrpSpPr/>
            <p:nvPr/>
          </p:nvGrpSpPr>
          <p:grpSpPr>
            <a:xfrm>
              <a:off x="715680" y="4719960"/>
              <a:ext cx="122760" cy="30600"/>
              <a:chOff x="715680" y="4719960"/>
              <a:chExt cx="122760" cy="30600"/>
            </a:xfrm>
          </p:grpSpPr>
          <p:sp>
            <p:nvSpPr>
              <p:cNvPr id="449" name="Google Shape;646;p21"/>
              <p:cNvSpPr/>
              <p:nvPr/>
            </p:nvSpPr>
            <p:spPr>
              <a:xfrm flipH="1">
                <a:off x="71532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0" name="Google Shape;647;p21"/>
              <p:cNvSpPr/>
              <p:nvPr/>
            </p:nvSpPr>
            <p:spPr>
              <a:xfrm flipH="1">
                <a:off x="76140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1" name="Google Shape;648;p21"/>
              <p:cNvSpPr/>
              <p:nvPr/>
            </p:nvSpPr>
            <p:spPr>
              <a:xfrm flipH="1">
                <a:off x="80748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9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52" name="Google Shape;649;p21"/>
          <p:cNvGrpSpPr/>
          <p:nvPr/>
        </p:nvGrpSpPr>
        <p:grpSpPr>
          <a:xfrm>
            <a:off x="713520" y="4774680"/>
            <a:ext cx="268560" cy="280440"/>
            <a:chOff x="713520" y="4774680"/>
            <a:chExt cx="268560" cy="280440"/>
          </a:xfrm>
        </p:grpSpPr>
        <p:sp>
          <p:nvSpPr>
            <p:cNvPr id="453" name="Google Shape;650;p21"/>
            <p:cNvSpPr/>
            <p:nvPr/>
          </p:nvSpPr>
          <p:spPr>
            <a:xfrm flipH="1">
              <a:off x="714960" y="4933440"/>
              <a:ext cx="267120" cy="121680"/>
            </a:xfrm>
            <a:custGeom>
              <a:avLst/>
              <a:gdLst>
                <a:gd name="textAreaLeft" fmla="*/ 360 w 267120"/>
                <a:gd name="textAreaRight" fmla="*/ 267840 w 267120"/>
                <a:gd name="textAreaTop" fmla="*/ 0 h 121680"/>
                <a:gd name="textAreaBottom" fmla="*/ 122040 h 121680"/>
              </a:gdLst>
              <a:ahLst/>
              <a:cxnLst/>
              <a:rect l="textAreaLeft" t="textAreaTop" r="textAreaRight" b="textAreaBottom"/>
              <a:pathLst>
                <a:path w="357473" h="163258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651;p21"/>
            <p:cNvSpPr/>
            <p:nvPr/>
          </p:nvSpPr>
          <p:spPr>
            <a:xfrm flipH="1">
              <a:off x="713160" y="4774680"/>
              <a:ext cx="264600" cy="134280"/>
            </a:xfrm>
            <a:custGeom>
              <a:avLst/>
              <a:gdLst>
                <a:gd name="textAreaLeft" fmla="*/ -360 w 264600"/>
                <a:gd name="textAreaRight" fmla="*/ 264600 w 2646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353948" h="180117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5" name="Google Shape;652;p21"/>
          <p:cNvGrpSpPr/>
          <p:nvPr/>
        </p:nvGrpSpPr>
        <p:grpSpPr>
          <a:xfrm>
            <a:off x="96120" y="4469400"/>
            <a:ext cx="354960" cy="643680"/>
            <a:chOff x="96120" y="4469400"/>
            <a:chExt cx="354960" cy="643680"/>
          </a:xfrm>
        </p:grpSpPr>
        <p:grpSp>
          <p:nvGrpSpPr>
            <p:cNvPr id="456" name="Google Shape;653;p21"/>
            <p:cNvGrpSpPr/>
            <p:nvPr/>
          </p:nvGrpSpPr>
          <p:grpSpPr>
            <a:xfrm>
              <a:off x="96120" y="4469400"/>
              <a:ext cx="354960" cy="643680"/>
              <a:chOff x="96120" y="4469400"/>
              <a:chExt cx="354960" cy="643680"/>
            </a:xfrm>
          </p:grpSpPr>
          <p:sp>
            <p:nvSpPr>
              <p:cNvPr id="457" name="Google Shape;654;p21"/>
              <p:cNvSpPr/>
              <p:nvPr/>
            </p:nvSpPr>
            <p:spPr>
              <a:xfrm flipH="1">
                <a:off x="96120" y="4469400"/>
                <a:ext cx="354960" cy="643680"/>
              </a:xfrm>
              <a:custGeom>
                <a:avLst/>
                <a:gdLst>
                  <a:gd name="textAreaLeft" fmla="*/ 360 w 354960"/>
                  <a:gd name="textAreaRight" fmla="*/ 355680 w 354960"/>
                  <a:gd name="textAreaTop" fmla="*/ 0 h 643680"/>
                  <a:gd name="textAreaBottom" fmla="*/ 644040 h 643680"/>
                </a:gdLst>
                <a:ahLst/>
                <a:cxnLst/>
                <a:rect l="textAreaLeft" t="textAreaTop" r="textAreaRight" b="textAreaBottom"/>
                <a:pathLst>
                  <a:path w="470725" h="852963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8" name="Google Shape;655;p21"/>
              <p:cNvSpPr/>
              <p:nvPr/>
            </p:nvSpPr>
            <p:spPr>
              <a:xfrm flipH="1">
                <a:off x="111960" y="4502160"/>
                <a:ext cx="324000" cy="527760"/>
              </a:xfrm>
              <a:custGeom>
                <a:avLst/>
                <a:gdLst>
                  <a:gd name="textAreaLeft" fmla="*/ 360 w 324000"/>
                  <a:gd name="textAreaRight" fmla="*/ 324720 w 324000"/>
                  <a:gd name="textAreaTop" fmla="*/ 0 h 527760"/>
                  <a:gd name="textAreaBottom" fmla="*/ 528120 h 527760"/>
                </a:gdLst>
                <a:ahLst/>
                <a:cxnLst/>
                <a:rect l="textAreaLeft" t="textAreaTop" r="textAreaRight" b="textAreaBottom"/>
                <a:pathLst>
                  <a:path w="429577" h="69942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59" name="Google Shape;656;p21"/>
            <p:cNvSpPr/>
            <p:nvPr/>
          </p:nvSpPr>
          <p:spPr>
            <a:xfrm flipH="1">
              <a:off x="127440" y="5065200"/>
              <a:ext cx="293040" cy="24120"/>
            </a:xfrm>
            <a:custGeom>
              <a:avLst/>
              <a:gdLst>
                <a:gd name="textAreaLeft" fmla="*/ 360 w 293040"/>
                <a:gd name="textAreaRight" fmla="*/ 293760 w 2930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388334" h="3219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0" name="Google Shape;657;p21"/>
          <p:cNvGrpSpPr/>
          <p:nvPr/>
        </p:nvGrpSpPr>
        <p:grpSpPr>
          <a:xfrm>
            <a:off x="7976160" y="116280"/>
            <a:ext cx="1061640" cy="558720"/>
            <a:chOff x="7976160" y="116280"/>
            <a:chExt cx="1061640" cy="558720"/>
          </a:xfrm>
        </p:grpSpPr>
        <p:sp>
          <p:nvSpPr>
            <p:cNvPr id="461" name="Google Shape;658;p21"/>
            <p:cNvSpPr/>
            <p:nvPr/>
          </p:nvSpPr>
          <p:spPr>
            <a:xfrm>
              <a:off x="7976160" y="116280"/>
              <a:ext cx="1061640" cy="558720"/>
            </a:xfrm>
            <a:custGeom>
              <a:avLst/>
              <a:gdLst>
                <a:gd name="textAreaLeft" fmla="*/ 0 w 1061640"/>
                <a:gd name="textAreaRight" fmla="*/ 1062000 w 1061640"/>
                <a:gd name="textAreaTop" fmla="*/ 0 h 558720"/>
                <a:gd name="textAreaBottom" fmla="*/ 559080 h 558720"/>
              </a:gdLst>
              <a:ahLst/>
              <a:cxnLst/>
              <a:rect l="textAreaLeft" t="textAreaTop" r="textAreaRight" b="textAreaBottom"/>
              <a:pathLst>
                <a:path w="1262157" h="664368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62" name="Google Shape;659;p21"/>
            <p:cNvGrpSpPr/>
            <p:nvPr/>
          </p:nvGrpSpPr>
          <p:grpSpPr>
            <a:xfrm>
              <a:off x="8325720" y="282960"/>
              <a:ext cx="281160" cy="319320"/>
              <a:chOff x="8325720" y="282960"/>
              <a:chExt cx="281160" cy="319320"/>
            </a:xfrm>
          </p:grpSpPr>
          <p:grpSp>
            <p:nvGrpSpPr>
              <p:cNvPr id="463" name="Google Shape;660;p21"/>
              <p:cNvGrpSpPr/>
              <p:nvPr/>
            </p:nvGrpSpPr>
            <p:grpSpPr>
              <a:xfrm>
                <a:off x="8325720" y="282960"/>
                <a:ext cx="281160" cy="319320"/>
                <a:chOff x="8325720" y="282960"/>
                <a:chExt cx="281160" cy="319320"/>
              </a:xfrm>
            </p:grpSpPr>
            <p:grpSp>
              <p:nvGrpSpPr>
                <p:cNvPr id="464" name="Google Shape;661;p21"/>
                <p:cNvGrpSpPr/>
                <p:nvPr/>
              </p:nvGrpSpPr>
              <p:grpSpPr>
                <a:xfrm>
                  <a:off x="8325720" y="481320"/>
                  <a:ext cx="281160" cy="120960"/>
                  <a:chOff x="8325720" y="481320"/>
                  <a:chExt cx="281160" cy="120960"/>
                </a:xfrm>
              </p:grpSpPr>
              <p:sp>
                <p:nvSpPr>
                  <p:cNvPr id="465" name="Google Shape;662;p21"/>
                  <p:cNvSpPr/>
                  <p:nvPr/>
                </p:nvSpPr>
                <p:spPr>
                  <a:xfrm>
                    <a:off x="8325720" y="50688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66" name="Google Shape;663;p21"/>
                  <p:cNvSpPr/>
                  <p:nvPr/>
                </p:nvSpPr>
                <p:spPr>
                  <a:xfrm>
                    <a:off x="8326080" y="48132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67" name="Google Shape;664;p21"/>
                <p:cNvGrpSpPr/>
                <p:nvPr/>
              </p:nvGrpSpPr>
              <p:grpSpPr>
                <a:xfrm>
                  <a:off x="8325720" y="381960"/>
                  <a:ext cx="281160" cy="120960"/>
                  <a:chOff x="8325720" y="381960"/>
                  <a:chExt cx="281160" cy="120960"/>
                </a:xfrm>
              </p:grpSpPr>
              <p:sp>
                <p:nvSpPr>
                  <p:cNvPr id="468" name="Google Shape;665;p21"/>
                  <p:cNvSpPr/>
                  <p:nvPr/>
                </p:nvSpPr>
                <p:spPr>
                  <a:xfrm>
                    <a:off x="8325720" y="407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69" name="Google Shape;666;p21"/>
                  <p:cNvSpPr/>
                  <p:nvPr/>
                </p:nvSpPr>
                <p:spPr>
                  <a:xfrm>
                    <a:off x="8326080" y="381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70" name="Google Shape;667;p21"/>
                <p:cNvGrpSpPr/>
                <p:nvPr/>
              </p:nvGrpSpPr>
              <p:grpSpPr>
                <a:xfrm>
                  <a:off x="8325720" y="282960"/>
                  <a:ext cx="281160" cy="120960"/>
                  <a:chOff x="8325720" y="282960"/>
                  <a:chExt cx="281160" cy="120960"/>
                </a:xfrm>
              </p:grpSpPr>
              <p:sp>
                <p:nvSpPr>
                  <p:cNvPr id="471" name="Google Shape;668;p21"/>
                  <p:cNvSpPr/>
                  <p:nvPr/>
                </p:nvSpPr>
                <p:spPr>
                  <a:xfrm>
                    <a:off x="8325720" y="308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72" name="Google Shape;669;p21"/>
                  <p:cNvSpPr/>
                  <p:nvPr/>
                </p:nvSpPr>
                <p:spPr>
                  <a:xfrm>
                    <a:off x="8326080" y="282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473" name="Google Shape;670;p21"/>
              <p:cNvSpPr/>
              <p:nvPr/>
            </p:nvSpPr>
            <p:spPr>
              <a:xfrm>
                <a:off x="8539920" y="34596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4" name="Google Shape;671;p21"/>
              <p:cNvSpPr/>
              <p:nvPr/>
            </p:nvSpPr>
            <p:spPr>
              <a:xfrm>
                <a:off x="8539920" y="44352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672;p21"/>
              <p:cNvSpPr/>
              <p:nvPr/>
            </p:nvSpPr>
            <p:spPr>
              <a:xfrm>
                <a:off x="8539920" y="5450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76" name="Google Shape;673;p21"/>
          <p:cNvGrpSpPr/>
          <p:nvPr/>
        </p:nvGrpSpPr>
        <p:grpSpPr>
          <a:xfrm>
            <a:off x="457560" y="4797720"/>
            <a:ext cx="217800" cy="15840"/>
            <a:chOff x="457560" y="4797720"/>
            <a:chExt cx="217800" cy="15840"/>
          </a:xfrm>
        </p:grpSpPr>
        <p:sp>
          <p:nvSpPr>
            <p:cNvPr id="477" name="Google Shape;674;p21"/>
            <p:cNvSpPr/>
            <p:nvPr/>
          </p:nvSpPr>
          <p:spPr>
            <a:xfrm rot="16200000" flipV="1">
              <a:off x="563400" y="4701240"/>
              <a:ext cx="5760" cy="20232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202320"/>
                <a:gd name="textAreaBottom" fmla="*/ 203040 h 2023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675;p21"/>
            <p:cNvSpPr/>
            <p:nvPr/>
          </p:nvSpPr>
          <p:spPr>
            <a:xfrm rot="16200000" flipV="1">
              <a:off x="45756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676;p21"/>
            <p:cNvSpPr/>
            <p:nvPr/>
          </p:nvSpPr>
          <p:spPr>
            <a:xfrm rot="16200000" flipV="1">
              <a:off x="65952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0" name="Google Shape;677;p21"/>
          <p:cNvSpPr/>
          <p:nvPr/>
        </p:nvSpPr>
        <p:spPr>
          <a:xfrm rot="21067200">
            <a:off x="7984080" y="4422600"/>
            <a:ext cx="1660680" cy="1342800"/>
          </a:xfrm>
          <a:custGeom>
            <a:avLst/>
            <a:gdLst>
              <a:gd name="textAreaLeft" fmla="*/ 0 w 1660680"/>
              <a:gd name="textAreaRight" fmla="*/ 1661040 w 1660680"/>
              <a:gd name="textAreaTop" fmla="*/ 0 h 1342800"/>
              <a:gd name="textAreaBottom" fmla="*/ 1343160 h 1342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1" name="Google Shape;678;p21"/>
          <p:cNvSpPr/>
          <p:nvPr/>
        </p:nvSpPr>
        <p:spPr>
          <a:xfrm rot="16454400" flipH="1">
            <a:off x="-1234800" y="72000"/>
            <a:ext cx="2404080" cy="1318320"/>
          </a:xfrm>
          <a:custGeom>
            <a:avLst/>
            <a:gdLst>
              <a:gd name="textAreaLeft" fmla="*/ -360 w 2404080"/>
              <a:gd name="textAreaRight" fmla="*/ 240408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2347920" y="9972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8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3" name="Google Shape;682;p22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683;p22"/>
          <p:cNvSpPr/>
          <p:nvPr/>
        </p:nvSpPr>
        <p:spPr>
          <a:xfrm rot="19107000" flipH="1">
            <a:off x="-1086480" y="-570240"/>
            <a:ext cx="2902680" cy="2346840"/>
          </a:xfrm>
          <a:custGeom>
            <a:avLst/>
            <a:gdLst>
              <a:gd name="textAreaLeft" fmla="*/ -360 w 2902680"/>
              <a:gd name="textAreaRight" fmla="*/ 2902680 w 2902680"/>
              <a:gd name="textAreaTop" fmla="*/ 0 h 2346840"/>
              <a:gd name="textAreaBottom" fmla="*/ 2347200 h 23468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684;p22"/>
          <p:cNvSpPr/>
          <p:nvPr/>
        </p:nvSpPr>
        <p:spPr>
          <a:xfrm rot="16548600" flipH="1">
            <a:off x="7227360" y="345132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Google Shape;685;p22"/>
          <p:cNvSpPr/>
          <p:nvPr/>
        </p:nvSpPr>
        <p:spPr>
          <a:xfrm rot="460800" flipH="1">
            <a:off x="178560" y="3742560"/>
            <a:ext cx="1359360" cy="1222200"/>
          </a:xfrm>
          <a:custGeom>
            <a:avLst/>
            <a:gdLst>
              <a:gd name="textAreaLeft" fmla="*/ 360 w 1359360"/>
              <a:gd name="textAreaRight" fmla="*/ 1360080 w 1359360"/>
              <a:gd name="textAreaTop" fmla="*/ 0 h 1222200"/>
              <a:gd name="textAreaBottom" fmla="*/ 1222560 h 1222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7" name="Google Shape;686;p22"/>
          <p:cNvSpPr/>
          <p:nvPr/>
        </p:nvSpPr>
        <p:spPr>
          <a:xfrm rot="460800" flipH="1">
            <a:off x="6682320" y="-207396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688;p23"/>
          <p:cNvSpPr/>
          <p:nvPr/>
        </p:nvSpPr>
        <p:spPr>
          <a:xfrm rot="19699800" flipH="1">
            <a:off x="-500400" y="-435960"/>
            <a:ext cx="1729080" cy="1397880"/>
          </a:xfrm>
          <a:custGeom>
            <a:avLst/>
            <a:gdLst>
              <a:gd name="textAreaLeft" fmla="*/ -360 w 1729080"/>
              <a:gd name="textAreaRight" fmla="*/ 1729080 w 1729080"/>
              <a:gd name="textAreaTop" fmla="*/ 0 h 1397880"/>
              <a:gd name="textAreaBottom" fmla="*/ 1398240 h 13978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9" name="Google Shape;689;p23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0" name="Google Shape;690;p23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1" name="Google Shape;691;p23"/>
          <p:cNvSpPr/>
          <p:nvPr/>
        </p:nvSpPr>
        <p:spPr>
          <a:xfrm rot="531600" flipH="1">
            <a:off x="-1223640" y="3829320"/>
            <a:ext cx="2902680" cy="2346840"/>
          </a:xfrm>
          <a:custGeom>
            <a:avLst/>
            <a:gdLst>
              <a:gd name="textAreaLeft" fmla="*/ -360 w 2902680"/>
              <a:gd name="textAreaRight" fmla="*/ 2902680 w 2902680"/>
              <a:gd name="textAreaTop" fmla="*/ 0 h 2346840"/>
              <a:gd name="textAreaBottom" fmla="*/ 2347200 h 23468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92" name="Google Shape;692;p23"/>
          <p:cNvGrpSpPr/>
          <p:nvPr/>
        </p:nvGrpSpPr>
        <p:grpSpPr>
          <a:xfrm>
            <a:off x="7931880" y="177120"/>
            <a:ext cx="997560" cy="736560"/>
            <a:chOff x="7931880" y="177120"/>
            <a:chExt cx="997560" cy="736560"/>
          </a:xfrm>
        </p:grpSpPr>
        <p:grpSp>
          <p:nvGrpSpPr>
            <p:cNvPr id="493" name="Google Shape;693;p23"/>
            <p:cNvGrpSpPr/>
            <p:nvPr/>
          </p:nvGrpSpPr>
          <p:grpSpPr>
            <a:xfrm>
              <a:off x="7931880" y="177120"/>
              <a:ext cx="919440" cy="317520"/>
              <a:chOff x="7931880" y="177120"/>
              <a:chExt cx="919440" cy="317520"/>
            </a:xfrm>
          </p:grpSpPr>
          <p:sp>
            <p:nvSpPr>
              <p:cNvPr id="494" name="Google Shape;694;p23"/>
              <p:cNvSpPr/>
              <p:nvPr/>
            </p:nvSpPr>
            <p:spPr>
              <a:xfrm>
                <a:off x="7931880" y="177120"/>
                <a:ext cx="919440" cy="317520"/>
              </a:xfrm>
              <a:custGeom>
                <a:avLst/>
                <a:gdLst>
                  <a:gd name="textAreaLeft" fmla="*/ 0 w 919440"/>
                  <a:gd name="textAreaRight" fmla="*/ 919800 w 919440"/>
                  <a:gd name="textAreaTop" fmla="*/ 0 h 317520"/>
                  <a:gd name="textAreaBottom" fmla="*/ 317880 h 317520"/>
                </a:gdLst>
                <a:ahLst/>
                <a:cxnLst/>
                <a:rect l="textAreaLeft" t="textAreaTop" r="textAreaRight" b="textAreaBottom"/>
                <a:pathLst>
                  <a:path w="652843" h="225742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5" name="Google Shape;695;p23"/>
              <p:cNvSpPr/>
              <p:nvPr/>
            </p:nvSpPr>
            <p:spPr>
              <a:xfrm>
                <a:off x="8011800" y="228240"/>
                <a:ext cx="212760" cy="212760"/>
              </a:xfrm>
              <a:custGeom>
                <a:avLst/>
                <a:gdLst>
                  <a:gd name="textAreaLeft" fmla="*/ 0 w 212760"/>
                  <a:gd name="textAreaRight" fmla="*/ 213120 w 212760"/>
                  <a:gd name="textAreaTop" fmla="*/ 0 h 212760"/>
                  <a:gd name="textAreaBottom" fmla="*/ 213120 h 212760"/>
                </a:gdLst>
                <a:ahLst/>
                <a:cxnLst/>
                <a:rect l="textAreaLeft" t="textAreaTop" r="textAreaRight" b="textAreaBottom"/>
                <a:pathLst>
                  <a:path w="151161" h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96" name="Google Shape;696;p23"/>
              <p:cNvGrpSpPr/>
              <p:nvPr/>
            </p:nvGrpSpPr>
            <p:grpSpPr>
              <a:xfrm>
                <a:off x="8292960" y="234360"/>
                <a:ext cx="467280" cy="200880"/>
                <a:chOff x="8292960" y="234360"/>
                <a:chExt cx="467280" cy="200880"/>
              </a:xfrm>
            </p:grpSpPr>
            <p:sp>
              <p:nvSpPr>
                <p:cNvPr id="497" name="Google Shape;697;p23"/>
                <p:cNvSpPr/>
                <p:nvPr/>
              </p:nvSpPr>
              <p:spPr>
                <a:xfrm>
                  <a:off x="8292960" y="23436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8" name="Google Shape;698;p23"/>
                <p:cNvSpPr/>
                <p:nvPr/>
              </p:nvSpPr>
              <p:spPr>
                <a:xfrm>
                  <a:off x="8292960" y="291960"/>
                  <a:ext cx="408600" cy="28440"/>
                </a:xfrm>
                <a:custGeom>
                  <a:avLst/>
                  <a:gdLst>
                    <a:gd name="textAreaLeft" fmla="*/ 0 w 408600"/>
                    <a:gd name="textAreaRight" fmla="*/ 408960 w 4086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90322" h="20383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9" name="Google Shape;699;p23"/>
                <p:cNvSpPr/>
                <p:nvPr/>
              </p:nvSpPr>
              <p:spPr>
                <a:xfrm>
                  <a:off x="8292960" y="349200"/>
                  <a:ext cx="427680" cy="28440"/>
                </a:xfrm>
                <a:custGeom>
                  <a:avLst/>
                  <a:gdLst>
                    <a:gd name="textAreaLeft" fmla="*/ 0 w 427680"/>
                    <a:gd name="textAreaRight" fmla="*/ 428040 w 4276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03942" h="20383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0" name="Google Shape;700;p23"/>
                <p:cNvSpPr/>
                <p:nvPr/>
              </p:nvSpPr>
              <p:spPr>
                <a:xfrm>
                  <a:off x="8292960" y="406800"/>
                  <a:ext cx="241200" cy="2844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171545" h="20383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01" name="Google Shape;701;p23"/>
            <p:cNvGrpSpPr/>
            <p:nvPr/>
          </p:nvGrpSpPr>
          <p:grpSpPr>
            <a:xfrm>
              <a:off x="7931880" y="596160"/>
              <a:ext cx="919440" cy="317520"/>
              <a:chOff x="7931880" y="596160"/>
              <a:chExt cx="919440" cy="317520"/>
            </a:xfrm>
          </p:grpSpPr>
          <p:grpSp>
            <p:nvGrpSpPr>
              <p:cNvPr id="502" name="Google Shape;702;p23"/>
              <p:cNvGrpSpPr/>
              <p:nvPr/>
            </p:nvGrpSpPr>
            <p:grpSpPr>
              <a:xfrm>
                <a:off x="7931880" y="596160"/>
                <a:ext cx="919440" cy="317520"/>
                <a:chOff x="7931880" y="596160"/>
                <a:chExt cx="919440" cy="317520"/>
              </a:xfrm>
            </p:grpSpPr>
            <p:sp>
              <p:nvSpPr>
                <p:cNvPr id="503" name="Google Shape;703;p23"/>
                <p:cNvSpPr/>
                <p:nvPr/>
              </p:nvSpPr>
              <p:spPr>
                <a:xfrm>
                  <a:off x="7931880" y="596160"/>
                  <a:ext cx="919440" cy="317520"/>
                </a:xfrm>
                <a:custGeom>
                  <a:avLst/>
                  <a:gdLst>
                    <a:gd name="textAreaLeft" fmla="*/ 0 w 919440"/>
                    <a:gd name="textAreaRight" fmla="*/ 919800 w 919440"/>
                    <a:gd name="textAreaTop" fmla="*/ 0 h 317520"/>
                    <a:gd name="textAreaBottom" fmla="*/ 317880 h 317520"/>
                  </a:gdLst>
                  <a:ahLst/>
                  <a:cxnLst/>
                  <a:rect l="textAreaLeft" t="textAreaTop" r="textAreaRight" b="textAreaBottom"/>
                  <a:pathLst>
                    <a:path w="652843" h="225742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4" name="Google Shape;704;p23"/>
                <p:cNvSpPr/>
                <p:nvPr/>
              </p:nvSpPr>
              <p:spPr>
                <a:xfrm>
                  <a:off x="8011800" y="647640"/>
                  <a:ext cx="212760" cy="212760"/>
                </a:xfrm>
                <a:custGeom>
                  <a:avLst/>
                  <a:gdLst>
                    <a:gd name="textAreaLeft" fmla="*/ 0 w 212760"/>
                    <a:gd name="textAreaRight" fmla="*/ 213120 w 212760"/>
                    <a:gd name="textAreaTop" fmla="*/ 0 h 212760"/>
                    <a:gd name="textAreaBottom" fmla="*/ 213120 h 212760"/>
                  </a:gdLst>
                  <a:ahLst/>
                  <a:cxnLst/>
                  <a:rect l="textAreaLeft" t="textAreaTop" r="textAreaRight" b="textAreaBottom"/>
                  <a:pathLst>
                    <a:path w="151161" h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05" name="Google Shape;705;p23"/>
                <p:cNvGrpSpPr/>
                <p:nvPr/>
              </p:nvGrpSpPr>
              <p:grpSpPr>
                <a:xfrm>
                  <a:off x="8292960" y="653400"/>
                  <a:ext cx="467280" cy="200880"/>
                  <a:chOff x="8292960" y="653400"/>
                  <a:chExt cx="467280" cy="200880"/>
                </a:xfrm>
              </p:grpSpPr>
              <p:sp>
                <p:nvSpPr>
                  <p:cNvPr id="506" name="Google Shape;706;p23"/>
                  <p:cNvSpPr/>
                  <p:nvPr/>
                </p:nvSpPr>
                <p:spPr>
                  <a:xfrm>
                    <a:off x="8320320" y="653400"/>
                    <a:ext cx="394200" cy="28440"/>
                  </a:xfrm>
                  <a:custGeom>
                    <a:avLst/>
                    <a:gdLst>
                      <a:gd name="textAreaLeft" fmla="*/ 0 w 394200"/>
                      <a:gd name="textAreaRight" fmla="*/ 394560 w 394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80034" h="20383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7" name="Google Shape;707;p23"/>
                  <p:cNvSpPr/>
                  <p:nvPr/>
                </p:nvSpPr>
                <p:spPr>
                  <a:xfrm>
                    <a:off x="8292960" y="711000"/>
                    <a:ext cx="288720" cy="28440"/>
                  </a:xfrm>
                  <a:custGeom>
                    <a:avLst/>
                    <a:gdLst>
                      <a:gd name="textAreaLeft" fmla="*/ 0 w 288720"/>
                      <a:gd name="textAreaRight" fmla="*/ 289080 w 28872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05073" h="2038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8" name="Google Shape;708;p23"/>
                  <p:cNvSpPr/>
                  <p:nvPr/>
                </p:nvSpPr>
                <p:spPr>
                  <a:xfrm>
                    <a:off x="8292960" y="768240"/>
                    <a:ext cx="467280" cy="28440"/>
                  </a:xfrm>
                  <a:custGeom>
                    <a:avLst/>
                    <a:gdLst>
                      <a:gd name="textAreaLeft" fmla="*/ 0 w 467280"/>
                      <a:gd name="textAreaRight" fmla="*/ 467640 w 46728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332041" h="20383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9" name="Google Shape;709;p23"/>
                  <p:cNvSpPr/>
                  <p:nvPr/>
                </p:nvSpPr>
                <p:spPr>
                  <a:xfrm>
                    <a:off x="8292960" y="825840"/>
                    <a:ext cx="241200" cy="28440"/>
                  </a:xfrm>
                  <a:custGeom>
                    <a:avLst/>
                    <a:gdLst>
                      <a:gd name="textAreaLeft" fmla="*/ 0 w 241200"/>
                      <a:gd name="textAreaRight" fmla="*/ 241560 w 241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171545" h="20383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10" name="Google Shape;710;p23"/>
              <p:cNvSpPr/>
              <p:nvPr/>
            </p:nvSpPr>
            <p:spPr>
              <a:xfrm>
                <a:off x="8083080" y="706680"/>
                <a:ext cx="71280" cy="84960"/>
              </a:xfrm>
              <a:custGeom>
                <a:avLst/>
                <a:gdLst>
                  <a:gd name="textAreaLeft" fmla="*/ 0 w 71280"/>
                  <a:gd name="textAreaRight" fmla="*/ 71640 w 712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50734" h="60632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1" name="Google Shape;711;p23"/>
            <p:cNvGrpSpPr/>
            <p:nvPr/>
          </p:nvGrpSpPr>
          <p:grpSpPr>
            <a:xfrm>
              <a:off x="8756280" y="539640"/>
              <a:ext cx="173160" cy="112320"/>
              <a:chOff x="8756280" y="539640"/>
              <a:chExt cx="173160" cy="112320"/>
            </a:xfrm>
          </p:grpSpPr>
          <p:grpSp>
            <p:nvGrpSpPr>
              <p:cNvPr id="512" name="Google Shape;712;p23"/>
              <p:cNvGrpSpPr/>
              <p:nvPr/>
            </p:nvGrpSpPr>
            <p:grpSpPr>
              <a:xfrm>
                <a:off x="8756280" y="553320"/>
                <a:ext cx="173160" cy="89640"/>
                <a:chOff x="8756280" y="553320"/>
                <a:chExt cx="173160" cy="89640"/>
              </a:xfrm>
            </p:grpSpPr>
            <p:sp>
              <p:nvSpPr>
                <p:cNvPr id="513" name="Google Shape;713;p23"/>
                <p:cNvSpPr/>
                <p:nvPr/>
              </p:nvSpPr>
              <p:spPr>
                <a:xfrm>
                  <a:off x="8756280" y="553320"/>
                  <a:ext cx="173160" cy="89640"/>
                </a:xfrm>
                <a:custGeom>
                  <a:avLst/>
                  <a:gdLst>
                    <a:gd name="textAreaLeft" fmla="*/ 0 w 173160"/>
                    <a:gd name="textAreaRight" fmla="*/ 173520 w 173160"/>
                    <a:gd name="textAreaTop" fmla="*/ 0 h 89640"/>
                    <a:gd name="textAreaBottom" fmla="*/ 90000 h 89640"/>
                  </a:gdLst>
                  <a:ahLst/>
                  <a:cxnLst/>
                  <a:rect l="textAreaLeft" t="textAreaTop" r="textAreaRight" b="textAreaBottom"/>
                  <a:pathLst>
                    <a:path w="123062" h="63817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5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4" name="Google Shape;714;p23"/>
                <p:cNvSpPr/>
                <p:nvPr/>
              </p:nvSpPr>
              <p:spPr>
                <a:xfrm>
                  <a:off x="8815320" y="570600"/>
                  <a:ext cx="55080" cy="55080"/>
                </a:xfrm>
                <a:custGeom>
                  <a:avLst/>
                  <a:gdLst>
                    <a:gd name="textAreaLeft" fmla="*/ 0 w 55080"/>
                    <a:gd name="textAreaRight" fmla="*/ 55440 w 55080"/>
                    <a:gd name="textAreaTop" fmla="*/ 0 h 55080"/>
                    <a:gd name="textAreaBottom" fmla="*/ 55440 h 55080"/>
                  </a:gdLst>
                  <a:ahLst/>
                  <a:cxnLst/>
                  <a:rect l="textAreaLeft" t="textAreaTop" r="textAreaRight" b="textAreaBottom"/>
                  <a:pathLst>
                    <a:path w="39242" h="39243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720" bIns="27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515" name="Google Shape;715;p23"/>
              <p:cNvSpPr/>
              <p:nvPr/>
            </p:nvSpPr>
            <p:spPr>
              <a:xfrm rot="18900000">
                <a:off x="8768880" y="588960"/>
                <a:ext cx="145440" cy="1332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03346" h="9715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717;p24"/>
          <p:cNvSpPr/>
          <p:nvPr/>
        </p:nvSpPr>
        <p:spPr>
          <a:xfrm rot="8820000" flipH="1">
            <a:off x="7035120" y="3934080"/>
            <a:ext cx="3158280" cy="250920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2509200"/>
              <a:gd name="textAreaBottom" fmla="*/ 2509560 h 2509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7" name="Google Shape;718;p24"/>
          <p:cNvSpPr/>
          <p:nvPr/>
        </p:nvSpPr>
        <p:spPr>
          <a:xfrm rot="17943000" flipH="1">
            <a:off x="-1336680" y="-858960"/>
            <a:ext cx="2745360" cy="1921320"/>
          </a:xfrm>
          <a:custGeom>
            <a:avLst/>
            <a:gdLst>
              <a:gd name="textAreaLeft" fmla="*/ 360 w 2745360"/>
              <a:gd name="textAreaRight" fmla="*/ 2746080 w 27453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18" name="Google Shape;719;p24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519" name="Google Shape;720;p24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520" name="Google Shape;721;p24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722;p24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723;p24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523" name="Google Shape;724;p24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4" name="Google Shape;725;p24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525" name="Google Shape;726;p24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526" name="Google Shape;727;p24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27" name="Google Shape;728;p24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528" name="Google Shape;729;p24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730;p24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731;p24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31" name="Google Shape;732;p24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532" name="Google Shape;733;p24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33" name="Google Shape;734;p24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534" name="Google Shape;735;p24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535" name="Google Shape;736;p24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36" name="Google Shape;737;p24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37" name="Google Shape;738;p24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538" name="Google Shape;739;p24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39" name="Google Shape;740;p24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40" name="Google Shape;741;p24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541" name="Google Shape;742;p24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2" name="Google Shape;743;p24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5" name="Google Shape;23;p4"/>
          <p:cNvSpPr/>
          <p:nvPr/>
        </p:nvSpPr>
        <p:spPr>
          <a:xfrm rot="17584800" flipH="1">
            <a:off x="-1798920" y="-1029240"/>
            <a:ext cx="3158280" cy="2509560"/>
          </a:xfrm>
          <a:custGeom>
            <a:avLst/>
            <a:gdLst>
              <a:gd name="textAreaLeft" fmla="*/ 360 w 3158280"/>
              <a:gd name="textAreaRight" fmla="*/ 3159000 w 3158280"/>
              <a:gd name="textAreaTop" fmla="*/ 0 h 2509560"/>
              <a:gd name="textAreaBottom" fmla="*/ 2509920 h 25095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6" name="Google Shape;24;p4"/>
          <p:cNvSpPr/>
          <p:nvPr/>
        </p:nvSpPr>
        <p:spPr>
          <a:xfrm flipH="1">
            <a:off x="8355960" y="2667240"/>
            <a:ext cx="733680" cy="45000"/>
          </a:xfrm>
          <a:custGeom>
            <a:avLst/>
            <a:gdLst>
              <a:gd name="textAreaLeft" fmla="*/ 360 w 733680"/>
              <a:gd name="textAreaRight" fmla="*/ 734400 w 73368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824770" h="50863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47" name="Google Shape;25;p4"/>
          <p:cNvGrpSpPr/>
          <p:nvPr/>
        </p:nvGrpSpPr>
        <p:grpSpPr>
          <a:xfrm>
            <a:off x="8379000" y="1729800"/>
            <a:ext cx="669960" cy="959400"/>
            <a:chOff x="8379000" y="1729800"/>
            <a:chExt cx="669960" cy="959400"/>
          </a:xfrm>
        </p:grpSpPr>
        <p:grpSp>
          <p:nvGrpSpPr>
            <p:cNvPr id="548" name="Google Shape;26;p4"/>
            <p:cNvGrpSpPr/>
            <p:nvPr/>
          </p:nvGrpSpPr>
          <p:grpSpPr>
            <a:xfrm>
              <a:off x="8491680" y="1729800"/>
              <a:ext cx="557280" cy="959400"/>
              <a:chOff x="8491680" y="1729800"/>
              <a:chExt cx="557280" cy="959400"/>
            </a:xfrm>
          </p:grpSpPr>
          <p:grpSp>
            <p:nvGrpSpPr>
              <p:cNvPr id="549" name="Google Shape;27;p4"/>
              <p:cNvGrpSpPr/>
              <p:nvPr/>
            </p:nvGrpSpPr>
            <p:grpSpPr>
              <a:xfrm>
                <a:off x="8491680" y="1872000"/>
                <a:ext cx="215280" cy="817200"/>
                <a:chOff x="8491680" y="1872000"/>
                <a:chExt cx="215280" cy="817200"/>
              </a:xfrm>
            </p:grpSpPr>
            <p:sp>
              <p:nvSpPr>
                <p:cNvPr id="550" name="Google Shape;28;p4"/>
                <p:cNvSpPr/>
                <p:nvPr/>
              </p:nvSpPr>
              <p:spPr>
                <a:xfrm rot="447600" flipH="1">
                  <a:off x="8543520" y="1875600"/>
                  <a:ext cx="111240" cy="809640"/>
                </a:xfrm>
                <a:custGeom>
                  <a:avLst/>
                  <a:gdLst>
                    <a:gd name="textAreaLeft" fmla="*/ -360 w 111240"/>
                    <a:gd name="textAreaRight" fmla="*/ 111240 w 111240"/>
                    <a:gd name="textAreaTop" fmla="*/ 0 h 809640"/>
                    <a:gd name="textAreaBottom" fmla="*/ 810000 h 809640"/>
                  </a:gdLst>
                  <a:ahLst/>
                  <a:cxnLst/>
                  <a:rect l="textAreaLeft" t="textAreaTop" r="textAreaRight" b="textAreaBottom"/>
                  <a:pathLst>
                    <a:path w="125444" h="909637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1" name="Google Shape;29;p4"/>
                <p:cNvSpPr/>
                <p:nvPr/>
              </p:nvSpPr>
              <p:spPr>
                <a:xfrm flipH="1">
                  <a:off x="8625960" y="1911960"/>
                  <a:ext cx="37080" cy="37080"/>
                </a:xfrm>
                <a:custGeom>
                  <a:avLst/>
                  <a:gdLst>
                    <a:gd name="textAreaLeft" fmla="*/ -360 w 37080"/>
                    <a:gd name="textAreaRight" fmla="*/ 3708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8" h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2" name="Google Shape;30;p4"/>
                <p:cNvSpPr/>
                <p:nvPr/>
              </p:nvSpPr>
              <p:spPr>
                <a:xfrm flipH="1">
                  <a:off x="8618040" y="1971720"/>
                  <a:ext cx="37080" cy="37080"/>
                </a:xfrm>
                <a:custGeom>
                  <a:avLst/>
                  <a:gdLst>
                    <a:gd name="textAreaLeft" fmla="*/ -360 w 37080"/>
                    <a:gd name="textAreaRight" fmla="*/ 3708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7" h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3" name="Google Shape;31;p4"/>
                <p:cNvGrpSpPr/>
                <p:nvPr/>
              </p:nvGrpSpPr>
              <p:grpSpPr>
                <a:xfrm>
                  <a:off x="8519760" y="2495160"/>
                  <a:ext cx="88560" cy="101880"/>
                  <a:chOff x="8519760" y="2495160"/>
                  <a:chExt cx="88560" cy="101880"/>
                </a:xfrm>
              </p:grpSpPr>
              <p:sp>
                <p:nvSpPr>
                  <p:cNvPr id="554" name="Google Shape;32;p4"/>
                  <p:cNvSpPr/>
                  <p:nvPr/>
                </p:nvSpPr>
                <p:spPr>
                  <a:xfrm rot="447600" flipH="1">
                    <a:off x="8529480" y="249984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5" name="Google Shape;33;p4"/>
                  <p:cNvSpPr/>
                  <p:nvPr/>
                </p:nvSpPr>
                <p:spPr>
                  <a:xfrm rot="447600" flipH="1">
                    <a:off x="8525880" y="252540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6" name="Google Shape;34;p4"/>
                  <p:cNvSpPr/>
                  <p:nvPr/>
                </p:nvSpPr>
                <p:spPr>
                  <a:xfrm rot="447600" flipH="1">
                    <a:off x="8523000" y="255276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7" name="Google Shape;35;p4"/>
                  <p:cNvSpPr/>
                  <p:nvPr/>
                </p:nvSpPr>
                <p:spPr>
                  <a:xfrm rot="447600" flipH="1">
                    <a:off x="8519760" y="257868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558" name="Google Shape;36;p4"/>
              <p:cNvGrpSpPr/>
              <p:nvPr/>
            </p:nvGrpSpPr>
            <p:grpSpPr>
              <a:xfrm>
                <a:off x="8667720" y="1729800"/>
                <a:ext cx="204120" cy="957240"/>
                <a:chOff x="8667720" y="1729800"/>
                <a:chExt cx="204120" cy="957240"/>
              </a:xfrm>
            </p:grpSpPr>
            <p:sp>
              <p:nvSpPr>
                <p:cNvPr id="559" name="Google Shape;37;p4"/>
                <p:cNvSpPr/>
                <p:nvPr/>
              </p:nvSpPr>
              <p:spPr>
                <a:xfrm rot="172200" flipH="1">
                  <a:off x="8691120" y="1733040"/>
                  <a:ext cx="156240" cy="950400"/>
                </a:xfrm>
                <a:custGeom>
                  <a:avLst/>
                  <a:gdLst>
                    <a:gd name="textAreaLeft" fmla="*/ 360 w 156240"/>
                    <a:gd name="textAreaRight" fmla="*/ 156960 w 156240"/>
                    <a:gd name="textAreaTop" fmla="*/ 0 h 950400"/>
                    <a:gd name="textAreaBottom" fmla="*/ 950760 h 950400"/>
                  </a:gdLst>
                  <a:ahLst/>
                  <a:cxnLst/>
                  <a:rect l="textAreaLeft" t="textAreaTop" r="textAreaRight" b="textAreaBottom"/>
                  <a:pathLst>
                    <a:path w="176117" h="1069848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0" name="Google Shape;38;p4"/>
                <p:cNvSpPr/>
                <p:nvPr/>
              </p:nvSpPr>
              <p:spPr>
                <a:xfrm flipH="1">
                  <a:off x="8732520" y="2134080"/>
                  <a:ext cx="77760" cy="77760"/>
                </a:xfrm>
                <a:custGeom>
                  <a:avLst/>
                  <a:gdLst>
                    <a:gd name="textAreaLeft" fmla="*/ 360 w 77760"/>
                    <a:gd name="textAreaRight" fmla="*/ 78480 w 77760"/>
                    <a:gd name="textAreaTop" fmla="*/ 0 h 77760"/>
                    <a:gd name="textAreaBottom" fmla="*/ 78120 h 77760"/>
                  </a:gdLst>
                  <a:ahLst/>
                  <a:cxnLst/>
                  <a:rect l="textAreaLeft" t="textAreaTop" r="textAreaRight" b="textAreaBottom"/>
                  <a:pathLst>
                    <a:path w="87629" h="8763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8880" bIns="38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61" name="Google Shape;39;p4"/>
                <p:cNvGrpSpPr/>
                <p:nvPr/>
              </p:nvGrpSpPr>
              <p:grpSpPr>
                <a:xfrm>
                  <a:off x="8726400" y="2007000"/>
                  <a:ext cx="103680" cy="43920"/>
                  <a:chOff x="8726400" y="2007000"/>
                  <a:chExt cx="103680" cy="43920"/>
                </a:xfrm>
              </p:grpSpPr>
              <p:sp>
                <p:nvSpPr>
                  <p:cNvPr id="562" name="Google Shape;40;p4"/>
                  <p:cNvSpPr/>
                  <p:nvPr/>
                </p:nvSpPr>
                <p:spPr>
                  <a:xfrm rot="172200" flipH="1">
                    <a:off x="8727840" y="200916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3" name="Google Shape;41;p4"/>
                  <p:cNvSpPr/>
                  <p:nvPr/>
                </p:nvSpPr>
                <p:spPr>
                  <a:xfrm rot="172200" flipH="1">
                    <a:off x="8726400" y="203508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64" name="Google Shape;42;p4"/>
                <p:cNvGrpSpPr/>
                <p:nvPr/>
              </p:nvGrpSpPr>
              <p:grpSpPr>
                <a:xfrm>
                  <a:off x="8708760" y="2359800"/>
                  <a:ext cx="103680" cy="43920"/>
                  <a:chOff x="8708760" y="2359800"/>
                  <a:chExt cx="103680" cy="43920"/>
                </a:xfrm>
              </p:grpSpPr>
              <p:sp>
                <p:nvSpPr>
                  <p:cNvPr id="565" name="Google Shape;43;p4"/>
                  <p:cNvSpPr/>
                  <p:nvPr/>
                </p:nvSpPr>
                <p:spPr>
                  <a:xfrm rot="172200" flipH="1">
                    <a:off x="8710200" y="236196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6" name="Google Shape;44;p4"/>
                  <p:cNvSpPr/>
                  <p:nvPr/>
                </p:nvSpPr>
                <p:spPr>
                  <a:xfrm rot="172200" flipH="1">
                    <a:off x="8708760" y="238788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567" name="Google Shape;45;p4"/>
              <p:cNvGrpSpPr/>
              <p:nvPr/>
            </p:nvGrpSpPr>
            <p:grpSpPr>
              <a:xfrm>
                <a:off x="8869680" y="1805400"/>
                <a:ext cx="179280" cy="882360"/>
                <a:chOff x="8869680" y="1805400"/>
                <a:chExt cx="179280" cy="882360"/>
              </a:xfrm>
            </p:grpSpPr>
            <p:sp>
              <p:nvSpPr>
                <p:cNvPr id="568" name="Google Shape;46;p4"/>
                <p:cNvSpPr/>
                <p:nvPr/>
              </p:nvSpPr>
              <p:spPr>
                <a:xfrm flipH="1">
                  <a:off x="8869680" y="1805400"/>
                  <a:ext cx="179280" cy="882360"/>
                </a:xfrm>
                <a:custGeom>
                  <a:avLst/>
                  <a:gdLst>
                    <a:gd name="textAreaLeft" fmla="*/ 360 w 179280"/>
                    <a:gd name="textAreaRight" fmla="*/ 180000 w 179280"/>
                    <a:gd name="textAreaTop" fmla="*/ 0 h 882360"/>
                    <a:gd name="textAreaBottom" fmla="*/ 882720 h 882360"/>
                  </a:gdLst>
                  <a:ahLst/>
                  <a:cxnLst/>
                  <a:rect l="textAreaLeft" t="textAreaTop" r="textAreaRight" b="textAreaBottom"/>
                  <a:pathLst>
                    <a:path w="202120" h="992123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9" name="Google Shape;47;p4"/>
                <p:cNvSpPr/>
                <p:nvPr/>
              </p:nvSpPr>
              <p:spPr>
                <a:xfrm flipH="1">
                  <a:off x="8903880" y="1874880"/>
                  <a:ext cx="109080" cy="109080"/>
                </a:xfrm>
                <a:custGeom>
                  <a:avLst/>
                  <a:gdLst>
                    <a:gd name="textAreaLeft" fmla="*/ -360 w 109080"/>
                    <a:gd name="textAreaRight" fmla="*/ 109080 w 109080"/>
                    <a:gd name="textAreaTop" fmla="*/ 0 h 109080"/>
                    <a:gd name="textAreaBottom" fmla="*/ 109440 h 109080"/>
                  </a:gdLst>
                  <a:ahLst/>
                  <a:cxnLst/>
                  <a:rect l="textAreaLeft" t="textAreaTop" r="textAreaRight" b="textAreaBottom"/>
                  <a:pathLst>
                    <a:path w="123063" h="123062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70" name="Google Shape;48;p4"/>
                <p:cNvGrpSpPr/>
                <p:nvPr/>
              </p:nvGrpSpPr>
              <p:grpSpPr>
                <a:xfrm>
                  <a:off x="8902440" y="2385720"/>
                  <a:ext cx="113760" cy="38880"/>
                  <a:chOff x="8902440" y="2385720"/>
                  <a:chExt cx="113760" cy="38880"/>
                </a:xfrm>
              </p:grpSpPr>
              <p:sp>
                <p:nvSpPr>
                  <p:cNvPr id="571" name="Google Shape;49;p4"/>
                  <p:cNvSpPr/>
                  <p:nvPr/>
                </p:nvSpPr>
                <p:spPr>
                  <a:xfrm flipH="1">
                    <a:off x="8902440" y="238572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2" name="Google Shape;50;p4"/>
                  <p:cNvSpPr/>
                  <p:nvPr/>
                </p:nvSpPr>
                <p:spPr>
                  <a:xfrm flipH="1">
                    <a:off x="8902440" y="241164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73" name="Google Shape;51;p4"/>
                <p:cNvGrpSpPr/>
                <p:nvPr/>
              </p:nvGrpSpPr>
              <p:grpSpPr>
                <a:xfrm>
                  <a:off x="8902440" y="2584440"/>
                  <a:ext cx="113760" cy="39240"/>
                  <a:chOff x="8902440" y="2584440"/>
                  <a:chExt cx="113760" cy="39240"/>
                </a:xfrm>
              </p:grpSpPr>
              <p:sp>
                <p:nvSpPr>
                  <p:cNvPr id="574" name="Google Shape;52;p4"/>
                  <p:cNvSpPr/>
                  <p:nvPr/>
                </p:nvSpPr>
                <p:spPr>
                  <a:xfrm flipH="1">
                    <a:off x="8902440" y="258444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5" name="Google Shape;53;p4"/>
                  <p:cNvSpPr/>
                  <p:nvPr/>
                </p:nvSpPr>
                <p:spPr>
                  <a:xfrm flipH="1">
                    <a:off x="8902440" y="261072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576" name="Google Shape;54;p4"/>
            <p:cNvGrpSpPr/>
            <p:nvPr/>
          </p:nvGrpSpPr>
          <p:grpSpPr>
            <a:xfrm>
              <a:off x="8379000" y="2049840"/>
              <a:ext cx="190080" cy="638640"/>
              <a:chOff x="8379000" y="2049840"/>
              <a:chExt cx="190080" cy="638640"/>
            </a:xfrm>
          </p:grpSpPr>
          <p:sp>
            <p:nvSpPr>
              <p:cNvPr id="577" name="Google Shape;55;p4"/>
              <p:cNvSpPr/>
              <p:nvPr/>
            </p:nvSpPr>
            <p:spPr>
              <a:xfrm rot="631200" flipH="1">
                <a:off x="8436600" y="2050920"/>
                <a:ext cx="74520" cy="635760"/>
              </a:xfrm>
              <a:custGeom>
                <a:avLst/>
                <a:gdLst>
                  <a:gd name="textAreaLeft" fmla="*/ -360 w 74520"/>
                  <a:gd name="textAreaRight" fmla="*/ 74520 w 74520"/>
                  <a:gd name="textAreaTop" fmla="*/ 0 h 635760"/>
                  <a:gd name="textAreaBottom" fmla="*/ 636120 h 635760"/>
                </a:gdLst>
                <a:ahLst/>
                <a:cxnLst/>
                <a:rect l="textAreaLeft" t="textAreaTop" r="textAreaRight" b="textAreaBottom"/>
                <a:pathLst>
                  <a:path w="84010" h="715136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56;p4"/>
              <p:cNvSpPr/>
              <p:nvPr/>
            </p:nvSpPr>
            <p:spPr>
              <a:xfrm rot="631200" flipH="1">
                <a:off x="8458560" y="2212560"/>
                <a:ext cx="22680" cy="365400"/>
              </a:xfrm>
              <a:custGeom>
                <a:avLst/>
                <a:gdLst>
                  <a:gd name="textAreaLeft" fmla="*/ -360 w 22680"/>
                  <a:gd name="textAreaRight" fmla="*/ 22680 w 22680"/>
                  <a:gd name="textAreaTop" fmla="*/ 0 h 365400"/>
                  <a:gd name="textAreaBottom" fmla="*/ 365760 h 365400"/>
                </a:gdLst>
                <a:ahLst/>
                <a:cxnLst/>
                <a:rect l="textAreaLeft" t="textAreaTop" r="textAreaRight" b="textAreaBottom"/>
                <a:pathLst>
                  <a:path w="26003" h="411289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79" name="Google Shape;57;p4"/>
          <p:cNvGrpSpPr/>
          <p:nvPr/>
        </p:nvGrpSpPr>
        <p:grpSpPr>
          <a:xfrm>
            <a:off x="8485560" y="662400"/>
            <a:ext cx="515520" cy="778680"/>
            <a:chOff x="8485560" y="662400"/>
            <a:chExt cx="515520" cy="778680"/>
          </a:xfrm>
        </p:grpSpPr>
        <p:grpSp>
          <p:nvGrpSpPr>
            <p:cNvPr id="580" name="Google Shape;58;p4"/>
            <p:cNvGrpSpPr/>
            <p:nvPr/>
          </p:nvGrpSpPr>
          <p:grpSpPr>
            <a:xfrm>
              <a:off x="8485560" y="662400"/>
              <a:ext cx="389880" cy="663840"/>
              <a:chOff x="8485560" y="662400"/>
              <a:chExt cx="389880" cy="663840"/>
            </a:xfrm>
          </p:grpSpPr>
          <p:sp>
            <p:nvSpPr>
              <p:cNvPr id="581" name="Google Shape;59;p4"/>
              <p:cNvSpPr/>
              <p:nvPr/>
            </p:nvSpPr>
            <p:spPr>
              <a:xfrm flipH="1">
                <a:off x="8485200" y="662400"/>
                <a:ext cx="389880" cy="663840"/>
              </a:xfrm>
              <a:custGeom>
                <a:avLst/>
                <a:gdLst>
                  <a:gd name="textAreaLeft" fmla="*/ -360 w 389880"/>
                  <a:gd name="textAreaRight" fmla="*/ 38988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82" name="Google Shape;60;p4"/>
              <p:cNvGrpSpPr/>
              <p:nvPr/>
            </p:nvGrpSpPr>
            <p:grpSpPr>
              <a:xfrm>
                <a:off x="8541000" y="748440"/>
                <a:ext cx="279000" cy="255960"/>
                <a:chOff x="8541000" y="748440"/>
                <a:chExt cx="279000" cy="255960"/>
              </a:xfrm>
            </p:grpSpPr>
            <p:sp>
              <p:nvSpPr>
                <p:cNvPr id="583" name="Google Shape;61;p4"/>
                <p:cNvSpPr/>
                <p:nvPr/>
              </p:nvSpPr>
              <p:spPr>
                <a:xfrm flipH="1">
                  <a:off x="8540640" y="7484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4" name="Google Shape;62;p4"/>
                <p:cNvSpPr/>
                <p:nvPr/>
              </p:nvSpPr>
              <p:spPr>
                <a:xfrm flipH="1">
                  <a:off x="8540640" y="79596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5" name="Google Shape;63;p4"/>
                <p:cNvSpPr/>
                <p:nvPr/>
              </p:nvSpPr>
              <p:spPr>
                <a:xfrm flipH="1">
                  <a:off x="8540640" y="8431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6" name="Google Shape;64;p4"/>
                <p:cNvSpPr/>
                <p:nvPr/>
              </p:nvSpPr>
              <p:spPr>
                <a:xfrm flipH="1">
                  <a:off x="8540640" y="8906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7" name="Google Shape;65;p4"/>
                <p:cNvSpPr/>
                <p:nvPr/>
              </p:nvSpPr>
              <p:spPr>
                <a:xfrm flipH="1">
                  <a:off x="8540640" y="93816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8" name="Google Shape;66;p4"/>
                <p:cNvSpPr/>
                <p:nvPr/>
              </p:nvSpPr>
              <p:spPr>
                <a:xfrm flipH="1">
                  <a:off x="8655480" y="98568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89" name="Google Shape;67;p4"/>
              <p:cNvGrpSpPr/>
              <p:nvPr/>
            </p:nvGrpSpPr>
            <p:grpSpPr>
              <a:xfrm>
                <a:off x="8541000" y="1081440"/>
                <a:ext cx="279000" cy="160920"/>
                <a:chOff x="8541000" y="1081440"/>
                <a:chExt cx="279000" cy="160920"/>
              </a:xfrm>
            </p:grpSpPr>
            <p:sp>
              <p:nvSpPr>
                <p:cNvPr id="590" name="Google Shape;68;p4"/>
                <p:cNvSpPr/>
                <p:nvPr/>
              </p:nvSpPr>
              <p:spPr>
                <a:xfrm flipH="1">
                  <a:off x="8540640" y="10814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1" name="Google Shape;69;p4"/>
                <p:cNvSpPr/>
                <p:nvPr/>
              </p:nvSpPr>
              <p:spPr>
                <a:xfrm flipH="1">
                  <a:off x="8540640" y="112860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2" name="Google Shape;70;p4"/>
                <p:cNvSpPr/>
                <p:nvPr/>
              </p:nvSpPr>
              <p:spPr>
                <a:xfrm flipH="1">
                  <a:off x="8540640" y="11761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3" name="Google Shape;71;p4"/>
                <p:cNvSpPr/>
                <p:nvPr/>
              </p:nvSpPr>
              <p:spPr>
                <a:xfrm flipH="1">
                  <a:off x="8655480" y="122364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594" name="Google Shape;72;p4"/>
              <p:cNvSpPr/>
              <p:nvPr/>
            </p:nvSpPr>
            <p:spPr>
              <a:xfrm flipH="1">
                <a:off x="8485200" y="662400"/>
                <a:ext cx="99720" cy="9972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5" name="Google Shape;73;p4"/>
            <p:cNvGrpSpPr/>
            <p:nvPr/>
          </p:nvGrpSpPr>
          <p:grpSpPr>
            <a:xfrm>
              <a:off x="8611200" y="777240"/>
              <a:ext cx="389880" cy="663840"/>
              <a:chOff x="8611200" y="777240"/>
              <a:chExt cx="389880" cy="663840"/>
            </a:xfrm>
          </p:grpSpPr>
          <p:sp>
            <p:nvSpPr>
              <p:cNvPr id="596" name="Google Shape;74;p4"/>
              <p:cNvSpPr/>
              <p:nvPr/>
            </p:nvSpPr>
            <p:spPr>
              <a:xfrm flipH="1">
                <a:off x="8610840" y="777240"/>
                <a:ext cx="389880" cy="663840"/>
              </a:xfrm>
              <a:custGeom>
                <a:avLst/>
                <a:gdLst>
                  <a:gd name="textAreaLeft" fmla="*/ -360 w 389880"/>
                  <a:gd name="textAreaRight" fmla="*/ 38988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97" name="Google Shape;75;p4"/>
              <p:cNvGrpSpPr/>
              <p:nvPr/>
            </p:nvGrpSpPr>
            <p:grpSpPr>
              <a:xfrm>
                <a:off x="8666640" y="863280"/>
                <a:ext cx="279000" cy="256320"/>
                <a:chOff x="8666640" y="863280"/>
                <a:chExt cx="279000" cy="256320"/>
              </a:xfrm>
            </p:grpSpPr>
            <p:sp>
              <p:nvSpPr>
                <p:cNvPr id="598" name="Google Shape;76;p4"/>
                <p:cNvSpPr/>
                <p:nvPr/>
              </p:nvSpPr>
              <p:spPr>
                <a:xfrm flipH="1">
                  <a:off x="8666280" y="86328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9" name="Google Shape;77;p4"/>
                <p:cNvSpPr/>
                <p:nvPr/>
              </p:nvSpPr>
              <p:spPr>
                <a:xfrm flipH="1">
                  <a:off x="8666280" y="91080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0" name="Google Shape;78;p4"/>
                <p:cNvSpPr/>
                <p:nvPr/>
              </p:nvSpPr>
              <p:spPr>
                <a:xfrm flipH="1">
                  <a:off x="8666280" y="9583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1" name="Google Shape;79;p4"/>
                <p:cNvSpPr/>
                <p:nvPr/>
              </p:nvSpPr>
              <p:spPr>
                <a:xfrm flipH="1">
                  <a:off x="8666280" y="10058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2" name="Google Shape;80;p4"/>
                <p:cNvSpPr/>
                <p:nvPr/>
              </p:nvSpPr>
              <p:spPr>
                <a:xfrm flipH="1">
                  <a:off x="8666280" y="105336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3" name="Google Shape;81;p4"/>
                <p:cNvSpPr/>
                <p:nvPr/>
              </p:nvSpPr>
              <p:spPr>
                <a:xfrm flipH="1">
                  <a:off x="8781120" y="110088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04" name="Google Shape;82;p4"/>
              <p:cNvGrpSpPr/>
              <p:nvPr/>
            </p:nvGrpSpPr>
            <p:grpSpPr>
              <a:xfrm>
                <a:off x="8666640" y="1196280"/>
                <a:ext cx="279000" cy="161280"/>
                <a:chOff x="8666640" y="1196280"/>
                <a:chExt cx="279000" cy="161280"/>
              </a:xfrm>
            </p:grpSpPr>
            <p:sp>
              <p:nvSpPr>
                <p:cNvPr id="605" name="Google Shape;83;p4"/>
                <p:cNvSpPr/>
                <p:nvPr/>
              </p:nvSpPr>
              <p:spPr>
                <a:xfrm flipH="1">
                  <a:off x="8666280" y="119628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6" name="Google Shape;84;p4"/>
                <p:cNvSpPr/>
                <p:nvPr/>
              </p:nvSpPr>
              <p:spPr>
                <a:xfrm flipH="1">
                  <a:off x="8666280" y="124380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7" name="Google Shape;85;p4"/>
                <p:cNvSpPr/>
                <p:nvPr/>
              </p:nvSpPr>
              <p:spPr>
                <a:xfrm flipH="1">
                  <a:off x="8666280" y="12913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8" name="Google Shape;86;p4"/>
                <p:cNvSpPr/>
                <p:nvPr/>
              </p:nvSpPr>
              <p:spPr>
                <a:xfrm flipH="1">
                  <a:off x="8781120" y="133884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609" name="Google Shape;87;p4"/>
              <p:cNvSpPr/>
              <p:nvPr/>
            </p:nvSpPr>
            <p:spPr>
              <a:xfrm flipH="1">
                <a:off x="8611200" y="777240"/>
                <a:ext cx="99720" cy="9972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10" name="Google Shape;88;p4"/>
          <p:cNvGrpSpPr/>
          <p:nvPr/>
        </p:nvGrpSpPr>
        <p:grpSpPr>
          <a:xfrm>
            <a:off x="8768880" y="1439640"/>
            <a:ext cx="21600" cy="294120"/>
            <a:chOff x="8768880" y="1439640"/>
            <a:chExt cx="21600" cy="294120"/>
          </a:xfrm>
        </p:grpSpPr>
        <p:sp>
          <p:nvSpPr>
            <p:cNvPr id="611" name="Google Shape;89;p4"/>
            <p:cNvSpPr/>
            <p:nvPr/>
          </p:nvSpPr>
          <p:spPr>
            <a:xfrm flipH="1">
              <a:off x="8770680" y="1450440"/>
              <a:ext cx="8280" cy="273240"/>
            </a:xfrm>
            <a:custGeom>
              <a:avLst/>
              <a:gdLst>
                <a:gd name="textAreaLeft" fmla="*/ -360 w 8280"/>
                <a:gd name="textAreaRight" fmla="*/ 8280 w 8280"/>
                <a:gd name="textAreaTop" fmla="*/ 0 h 273240"/>
                <a:gd name="textAreaBottom" fmla="*/ 273600 h 27324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90;p4"/>
            <p:cNvSpPr/>
            <p:nvPr/>
          </p:nvSpPr>
          <p:spPr>
            <a:xfrm flipH="1">
              <a:off x="8768880" y="1712160"/>
              <a:ext cx="21600" cy="21600"/>
            </a:xfrm>
            <a:custGeom>
              <a:avLst/>
              <a:gdLst>
                <a:gd name="textAreaLeft" fmla="*/ 360 w 21600"/>
                <a:gd name="textAreaRight" fmla="*/ 2232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91;p4"/>
            <p:cNvSpPr/>
            <p:nvPr/>
          </p:nvSpPr>
          <p:spPr>
            <a:xfrm flipH="1">
              <a:off x="8768880" y="1439640"/>
              <a:ext cx="21600" cy="21600"/>
            </a:xfrm>
            <a:custGeom>
              <a:avLst/>
              <a:gdLst>
                <a:gd name="textAreaLeft" fmla="*/ 360 w 21600"/>
                <a:gd name="textAreaRight" fmla="*/ 2232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4" name="Google Shape;92;p4"/>
          <p:cNvSpPr/>
          <p:nvPr/>
        </p:nvSpPr>
        <p:spPr>
          <a:xfrm rot="8662800" flipH="1">
            <a:off x="7371000" y="4169160"/>
            <a:ext cx="2745720" cy="1920960"/>
          </a:xfrm>
          <a:custGeom>
            <a:avLst/>
            <a:gdLst>
              <a:gd name="textAreaLeft" fmla="*/ -360 w 2745720"/>
              <a:gd name="textAreaRight" fmla="*/ 2745720 w 2745720"/>
              <a:gd name="textAreaTop" fmla="*/ 0 h 1920960"/>
              <a:gd name="textAreaBottom" fmla="*/ 1921320 h 19209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15" name="Google Shape;93;p4"/>
          <p:cNvGrpSpPr/>
          <p:nvPr/>
        </p:nvGrpSpPr>
        <p:grpSpPr>
          <a:xfrm>
            <a:off x="122760" y="4228560"/>
            <a:ext cx="829800" cy="750600"/>
            <a:chOff x="122760" y="4228560"/>
            <a:chExt cx="829800" cy="750600"/>
          </a:xfrm>
        </p:grpSpPr>
        <p:grpSp>
          <p:nvGrpSpPr>
            <p:cNvPr id="616" name="Google Shape;94;p4"/>
            <p:cNvGrpSpPr/>
            <p:nvPr/>
          </p:nvGrpSpPr>
          <p:grpSpPr>
            <a:xfrm>
              <a:off x="122760" y="4228560"/>
              <a:ext cx="829800" cy="750600"/>
              <a:chOff x="122760" y="4228560"/>
              <a:chExt cx="829800" cy="750600"/>
            </a:xfrm>
          </p:grpSpPr>
          <p:sp>
            <p:nvSpPr>
              <p:cNvPr id="617" name="Google Shape;95;p4"/>
              <p:cNvSpPr/>
              <p:nvPr/>
            </p:nvSpPr>
            <p:spPr>
              <a:xfrm flipH="1">
                <a:off x="122400" y="4228560"/>
                <a:ext cx="829800" cy="750600"/>
              </a:xfrm>
              <a:custGeom>
                <a:avLst/>
                <a:gdLst>
                  <a:gd name="textAreaLeft" fmla="*/ -360 w 829800"/>
                  <a:gd name="textAreaRight" fmla="*/ 82980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618" name="Google Shape;96;p4"/>
              <p:cNvGrpSpPr/>
              <p:nvPr/>
            </p:nvGrpSpPr>
            <p:grpSpPr>
              <a:xfrm>
                <a:off x="183240" y="4271760"/>
                <a:ext cx="228600" cy="57240"/>
                <a:chOff x="183240" y="4271760"/>
                <a:chExt cx="228600" cy="57240"/>
              </a:xfrm>
            </p:grpSpPr>
            <p:sp>
              <p:nvSpPr>
                <p:cNvPr id="619" name="Google Shape;97;p4"/>
                <p:cNvSpPr/>
                <p:nvPr/>
              </p:nvSpPr>
              <p:spPr>
                <a:xfrm flipH="1">
                  <a:off x="182880" y="4271760"/>
                  <a:ext cx="57240" cy="57240"/>
                </a:xfrm>
                <a:custGeom>
                  <a:avLst/>
                  <a:gdLst>
                    <a:gd name="textAreaLeft" fmla="*/ -360 w 57240"/>
                    <a:gd name="textAreaRight" fmla="*/ 5724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0" name="Google Shape;98;p4"/>
                <p:cNvSpPr/>
                <p:nvPr/>
              </p:nvSpPr>
              <p:spPr>
                <a:xfrm flipH="1">
                  <a:off x="268560" y="4271760"/>
                  <a:ext cx="57240" cy="57240"/>
                </a:xfrm>
                <a:custGeom>
                  <a:avLst/>
                  <a:gdLst>
                    <a:gd name="textAreaLeft" fmla="*/ -360 w 57240"/>
                    <a:gd name="textAreaRight" fmla="*/ 5724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1" name="Google Shape;99;p4"/>
                <p:cNvSpPr/>
                <p:nvPr/>
              </p:nvSpPr>
              <p:spPr>
                <a:xfrm flipH="1">
                  <a:off x="354240" y="4271760"/>
                  <a:ext cx="57240" cy="57240"/>
                </a:xfrm>
                <a:custGeom>
                  <a:avLst/>
                  <a:gdLst>
                    <a:gd name="textAreaLeft" fmla="*/ -360 w 57240"/>
                    <a:gd name="textAreaRight" fmla="*/ 5724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22" name="Google Shape;100;p4"/>
            <p:cNvGrpSpPr/>
            <p:nvPr/>
          </p:nvGrpSpPr>
          <p:grpSpPr>
            <a:xfrm>
              <a:off x="207720" y="4457520"/>
              <a:ext cx="651960" cy="336960"/>
              <a:chOff x="207720" y="4457520"/>
              <a:chExt cx="651960" cy="336960"/>
            </a:xfrm>
          </p:grpSpPr>
          <p:sp>
            <p:nvSpPr>
              <p:cNvPr id="623" name="Google Shape;101;p4"/>
              <p:cNvSpPr/>
              <p:nvPr/>
            </p:nvSpPr>
            <p:spPr>
              <a:xfrm flipH="1">
                <a:off x="556560" y="4469760"/>
                <a:ext cx="302760" cy="302400"/>
              </a:xfrm>
              <a:custGeom>
                <a:avLst/>
                <a:gdLst>
                  <a:gd name="textAreaLeft" fmla="*/ -360 w 302760"/>
                  <a:gd name="textAreaRight" fmla="*/ 30276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624" name="Google Shape;102;p4"/>
              <p:cNvGrpSpPr/>
              <p:nvPr/>
            </p:nvGrpSpPr>
            <p:grpSpPr>
              <a:xfrm>
                <a:off x="207720" y="4457520"/>
                <a:ext cx="296640" cy="336960"/>
                <a:chOff x="207720" y="4457520"/>
                <a:chExt cx="296640" cy="336960"/>
              </a:xfrm>
            </p:grpSpPr>
            <p:grpSp>
              <p:nvGrpSpPr>
                <p:cNvPr id="625" name="Google Shape;103;p4"/>
                <p:cNvGrpSpPr/>
                <p:nvPr/>
              </p:nvGrpSpPr>
              <p:grpSpPr>
                <a:xfrm>
                  <a:off x="207720" y="4666680"/>
                  <a:ext cx="296640" cy="127800"/>
                  <a:chOff x="207720" y="4666680"/>
                  <a:chExt cx="296640" cy="127800"/>
                </a:xfrm>
              </p:grpSpPr>
              <p:sp>
                <p:nvSpPr>
                  <p:cNvPr id="626" name="Google Shape;104;p4"/>
                  <p:cNvSpPr/>
                  <p:nvPr/>
                </p:nvSpPr>
                <p:spPr>
                  <a:xfrm flipH="1">
                    <a:off x="207720" y="4693680"/>
                    <a:ext cx="296640" cy="10080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27" name="Google Shape;105;p4"/>
                  <p:cNvSpPr/>
                  <p:nvPr/>
                </p:nvSpPr>
                <p:spPr>
                  <a:xfrm flipH="1">
                    <a:off x="207720" y="4666680"/>
                    <a:ext cx="296640" cy="5364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28" name="Google Shape;106;p4"/>
                <p:cNvGrpSpPr/>
                <p:nvPr/>
              </p:nvGrpSpPr>
              <p:grpSpPr>
                <a:xfrm>
                  <a:off x="207720" y="4562280"/>
                  <a:ext cx="296640" cy="127800"/>
                  <a:chOff x="207720" y="4562280"/>
                  <a:chExt cx="296640" cy="127800"/>
                </a:xfrm>
              </p:grpSpPr>
              <p:sp>
                <p:nvSpPr>
                  <p:cNvPr id="629" name="Google Shape;107;p4"/>
                  <p:cNvSpPr/>
                  <p:nvPr/>
                </p:nvSpPr>
                <p:spPr>
                  <a:xfrm flipH="1">
                    <a:off x="207720" y="4589280"/>
                    <a:ext cx="296640" cy="10080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30" name="Google Shape;108;p4"/>
                  <p:cNvSpPr/>
                  <p:nvPr/>
                </p:nvSpPr>
                <p:spPr>
                  <a:xfrm flipH="1">
                    <a:off x="207720" y="4562280"/>
                    <a:ext cx="296640" cy="5364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31" name="Google Shape;109;p4"/>
                <p:cNvGrpSpPr/>
                <p:nvPr/>
              </p:nvGrpSpPr>
              <p:grpSpPr>
                <a:xfrm>
                  <a:off x="207720" y="4457520"/>
                  <a:ext cx="296640" cy="127800"/>
                  <a:chOff x="207720" y="4457520"/>
                  <a:chExt cx="296640" cy="127800"/>
                </a:xfrm>
              </p:grpSpPr>
              <p:sp>
                <p:nvSpPr>
                  <p:cNvPr id="632" name="Google Shape;110;p4"/>
                  <p:cNvSpPr/>
                  <p:nvPr/>
                </p:nvSpPr>
                <p:spPr>
                  <a:xfrm flipH="1">
                    <a:off x="207720" y="4484520"/>
                    <a:ext cx="296640" cy="10080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33" name="Google Shape;111;p4"/>
                  <p:cNvSpPr/>
                  <p:nvPr/>
                </p:nvSpPr>
                <p:spPr>
                  <a:xfrm flipH="1">
                    <a:off x="207720" y="4457520"/>
                    <a:ext cx="296640" cy="5364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5" name="Google Shape;118;p5"/>
          <p:cNvSpPr/>
          <p:nvPr/>
        </p:nvSpPr>
        <p:spPr>
          <a:xfrm rot="5551800">
            <a:off x="-721080" y="4084560"/>
            <a:ext cx="2053800" cy="1764720"/>
          </a:xfrm>
          <a:custGeom>
            <a:avLst/>
            <a:gdLst>
              <a:gd name="textAreaLeft" fmla="*/ 0 w 2053800"/>
              <a:gd name="textAreaRight" fmla="*/ 2054160 w 2053800"/>
              <a:gd name="textAreaTop" fmla="*/ 0 h 1764720"/>
              <a:gd name="textAreaBottom" fmla="*/ 1765080 h 176472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6" name="Google Shape;119;p5"/>
          <p:cNvSpPr/>
          <p:nvPr/>
        </p:nvSpPr>
        <p:spPr>
          <a:xfrm rot="21139200">
            <a:off x="-850320" y="-888840"/>
            <a:ext cx="2082240" cy="1683720"/>
          </a:xfrm>
          <a:custGeom>
            <a:avLst/>
            <a:gdLst>
              <a:gd name="textAreaLeft" fmla="*/ 0 w 2082240"/>
              <a:gd name="textAreaRight" fmla="*/ 2082600 w 2082240"/>
              <a:gd name="textAreaTop" fmla="*/ 0 h 1683720"/>
              <a:gd name="textAreaBottom" fmla="*/ 1684080 h 16837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7" name="Google Shape;120;p5"/>
          <p:cNvSpPr/>
          <p:nvPr/>
        </p:nvSpPr>
        <p:spPr>
          <a:xfrm rot="3259800">
            <a:off x="7063200" y="-804240"/>
            <a:ext cx="3168000" cy="2561760"/>
          </a:xfrm>
          <a:custGeom>
            <a:avLst/>
            <a:gdLst>
              <a:gd name="textAreaLeft" fmla="*/ 0 w 3168000"/>
              <a:gd name="textAreaRight" fmla="*/ 3168360 w 3168000"/>
              <a:gd name="textAreaTop" fmla="*/ 0 h 2561760"/>
              <a:gd name="textAreaBottom" fmla="*/ 2562120 h 25617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9" name="Google Shape;123;p6"/>
          <p:cNvSpPr/>
          <p:nvPr/>
        </p:nvSpPr>
        <p:spPr>
          <a:xfrm rot="12523200">
            <a:off x="85680" y="-754920"/>
            <a:ext cx="1683360" cy="1313640"/>
          </a:xfrm>
          <a:custGeom>
            <a:avLst/>
            <a:gdLst>
              <a:gd name="textAreaLeft" fmla="*/ 0 w 1683360"/>
              <a:gd name="textAreaRight" fmla="*/ 1683720 w 1683360"/>
              <a:gd name="textAreaTop" fmla="*/ 0 h 1313640"/>
              <a:gd name="textAreaBottom" fmla="*/ 1314000 h 131364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40" name="Google Shape;124;p6"/>
          <p:cNvGrpSpPr/>
          <p:nvPr/>
        </p:nvGrpSpPr>
        <p:grpSpPr>
          <a:xfrm>
            <a:off x="6779160" y="192960"/>
            <a:ext cx="2107800" cy="297000"/>
            <a:chOff x="6779160" y="192960"/>
            <a:chExt cx="2107800" cy="297000"/>
          </a:xfrm>
        </p:grpSpPr>
        <p:sp>
          <p:nvSpPr>
            <p:cNvPr id="641" name="Google Shape;125;p6"/>
            <p:cNvSpPr/>
            <p:nvPr/>
          </p:nvSpPr>
          <p:spPr>
            <a:xfrm>
              <a:off x="6779160" y="192960"/>
              <a:ext cx="2107800" cy="297000"/>
            </a:xfrm>
            <a:custGeom>
              <a:avLst/>
              <a:gdLst>
                <a:gd name="textAreaLeft" fmla="*/ 0 w 2107800"/>
                <a:gd name="textAreaRight" fmla="*/ 2108160 w 2107800"/>
                <a:gd name="textAreaTop" fmla="*/ 0 h 297000"/>
                <a:gd name="textAreaBottom" fmla="*/ 297360 h 297000"/>
              </a:gdLst>
              <a:ahLst/>
              <a:cxnLst/>
              <a:rect l="textAreaLeft" t="textAreaTop" r="textAreaRight" b="textAreaBottom"/>
              <a:pathLst>
                <a:path w="1633727" h="230504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126;p6"/>
            <p:cNvSpPr/>
            <p:nvPr/>
          </p:nvSpPr>
          <p:spPr>
            <a:xfrm>
              <a:off x="8611920" y="227160"/>
              <a:ext cx="214560" cy="21348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66485" h="165854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127;p6"/>
            <p:cNvSpPr/>
            <p:nvPr/>
          </p:nvSpPr>
          <p:spPr>
            <a:xfrm>
              <a:off x="8543160" y="224280"/>
              <a:ext cx="9360" cy="224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224640"/>
                <a:gd name="textAreaBottom" fmla="*/ 225000 h 224640"/>
              </a:gdLst>
              <a:ahLst/>
              <a:cxnLst/>
              <a:rect l="textAreaLeft" t="textAreaTop" r="textAreaRight" b="textAreaBottom"/>
              <a:pathLst>
                <a:path w="7620" h="174307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4" name="Google Shape;128;p6"/>
          <p:cNvSpPr/>
          <p:nvPr/>
        </p:nvSpPr>
        <p:spPr>
          <a:xfrm rot="532800" flipH="1">
            <a:off x="-513720" y="4385160"/>
            <a:ext cx="1514520" cy="1224720"/>
          </a:xfrm>
          <a:custGeom>
            <a:avLst/>
            <a:gdLst>
              <a:gd name="textAreaLeft" fmla="*/ -360 w 1514520"/>
              <a:gd name="textAreaRight" fmla="*/ 1514520 w 1514520"/>
              <a:gd name="textAreaTop" fmla="*/ 0 h 1224720"/>
              <a:gd name="textAreaBottom" fmla="*/ 1225080 h 12247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45" name="Google Shape;129;p6"/>
          <p:cNvGrpSpPr/>
          <p:nvPr/>
        </p:nvGrpSpPr>
        <p:grpSpPr>
          <a:xfrm>
            <a:off x="-148680" y="4544280"/>
            <a:ext cx="783720" cy="583920"/>
            <a:chOff x="-148680" y="4544280"/>
            <a:chExt cx="783720" cy="583920"/>
          </a:xfrm>
        </p:grpSpPr>
        <p:grpSp>
          <p:nvGrpSpPr>
            <p:cNvPr id="646" name="Google Shape;130;p6"/>
            <p:cNvGrpSpPr/>
            <p:nvPr/>
          </p:nvGrpSpPr>
          <p:grpSpPr>
            <a:xfrm>
              <a:off x="-148680" y="4544280"/>
              <a:ext cx="783720" cy="583920"/>
              <a:chOff x="-148680" y="4544280"/>
              <a:chExt cx="783720" cy="583920"/>
            </a:xfrm>
          </p:grpSpPr>
          <p:sp>
            <p:nvSpPr>
              <p:cNvPr id="647" name="Google Shape;131;p6"/>
              <p:cNvSpPr/>
              <p:nvPr/>
            </p:nvSpPr>
            <p:spPr>
              <a:xfrm>
                <a:off x="25920" y="454428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132;p6"/>
              <p:cNvSpPr/>
              <p:nvPr/>
            </p:nvSpPr>
            <p:spPr>
              <a:xfrm>
                <a:off x="-61560" y="463140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5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9" name="Google Shape;133;p6"/>
              <p:cNvSpPr/>
              <p:nvPr/>
            </p:nvSpPr>
            <p:spPr>
              <a:xfrm>
                <a:off x="-148680" y="471852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50" name="Google Shape;134;p6"/>
            <p:cNvSpPr/>
            <p:nvPr/>
          </p:nvSpPr>
          <p:spPr>
            <a:xfrm>
              <a:off x="1080" y="4886280"/>
              <a:ext cx="304920" cy="13932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222980" h="101917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51" name="Google Shape;135;p6"/>
          <p:cNvSpPr/>
          <p:nvPr/>
        </p:nvSpPr>
        <p:spPr>
          <a:xfrm rot="5844000">
            <a:off x="8030880" y="2339280"/>
            <a:ext cx="2404080" cy="1318320"/>
          </a:xfrm>
          <a:custGeom>
            <a:avLst/>
            <a:gdLst>
              <a:gd name="textAreaLeft" fmla="*/ 0 w 2404080"/>
              <a:gd name="textAreaRight" fmla="*/ 240444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811800" y="1032840"/>
            <a:ext cx="2804040" cy="100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5668920" y="1076400"/>
            <a:ext cx="2990160" cy="29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55" name="Google Shape;140;p7"/>
          <p:cNvSpPr/>
          <p:nvPr/>
        </p:nvSpPr>
        <p:spPr>
          <a:xfrm rot="19218600">
            <a:off x="-1265040" y="-661320"/>
            <a:ext cx="3096000" cy="2008800"/>
          </a:xfrm>
          <a:custGeom>
            <a:avLst/>
            <a:gdLst>
              <a:gd name="textAreaLeft" fmla="*/ 0 w 3096000"/>
              <a:gd name="textAreaRight" fmla="*/ 3096360 w 3096000"/>
              <a:gd name="textAreaTop" fmla="*/ 0 h 2008800"/>
              <a:gd name="textAreaBottom" fmla="*/ 2009160 h 2008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6" name="Google Shape;141;p7"/>
          <p:cNvSpPr/>
          <p:nvPr/>
        </p:nvSpPr>
        <p:spPr>
          <a:xfrm rot="14303400">
            <a:off x="-734760" y="4231800"/>
            <a:ext cx="2035800" cy="1508400"/>
          </a:xfrm>
          <a:custGeom>
            <a:avLst/>
            <a:gdLst>
              <a:gd name="textAreaLeft" fmla="*/ 0 w 2035800"/>
              <a:gd name="textAreaRight" fmla="*/ 2036160 w 203580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57" name="Google Shape;142;p7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658" name="Google Shape;143;p7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659" name="Google Shape;144;p7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0" name="Google Shape;145;p7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1" name="Google Shape;146;p7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62" name="Google Shape;147;p7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0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4" name="Google Shape;150;p8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5" name="Google Shape;151;p8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6" name="Google Shape;152;p8"/>
          <p:cNvSpPr/>
          <p:nvPr/>
        </p:nvSpPr>
        <p:spPr>
          <a:xfrm rot="17007000" flipH="1">
            <a:off x="6120" y="113040"/>
            <a:ext cx="642600" cy="519480"/>
          </a:xfrm>
          <a:custGeom>
            <a:avLst/>
            <a:gdLst>
              <a:gd name="textAreaLeft" fmla="*/ -360 w 642600"/>
              <a:gd name="textAreaRight" fmla="*/ 642600 w 642600"/>
              <a:gd name="textAreaTop" fmla="*/ 0 h 519480"/>
              <a:gd name="textAreaBottom" fmla="*/ 519840 h 5194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8" name="Google Shape;156;p9"/>
          <p:cNvSpPr/>
          <p:nvPr/>
        </p:nvSpPr>
        <p:spPr>
          <a:xfrm rot="3263400">
            <a:off x="-163440" y="3927960"/>
            <a:ext cx="2997360" cy="2575800"/>
          </a:xfrm>
          <a:custGeom>
            <a:avLst/>
            <a:gdLst>
              <a:gd name="textAreaLeft" fmla="*/ 0 w 2997360"/>
              <a:gd name="textAreaRight" fmla="*/ 299772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9" name="Google Shape;157;p9"/>
          <p:cNvSpPr/>
          <p:nvPr/>
        </p:nvSpPr>
        <p:spPr>
          <a:xfrm rot="21139200">
            <a:off x="-1793160" y="-1517040"/>
            <a:ext cx="4086720" cy="3304440"/>
          </a:xfrm>
          <a:custGeom>
            <a:avLst/>
            <a:gdLst>
              <a:gd name="textAreaLeft" fmla="*/ 0 w 4086720"/>
              <a:gd name="textAreaRight" fmla="*/ 408708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0" name="Google Shape;158;p9"/>
          <p:cNvSpPr/>
          <p:nvPr/>
        </p:nvSpPr>
        <p:spPr>
          <a:xfrm rot="4591800">
            <a:off x="7797600" y="592920"/>
            <a:ext cx="1474920" cy="1192320"/>
          </a:xfrm>
          <a:custGeom>
            <a:avLst/>
            <a:gdLst>
              <a:gd name="textAreaLeft" fmla="*/ 0 w 1474920"/>
              <a:gd name="textAreaRight" fmla="*/ 1475280 w 1474920"/>
              <a:gd name="textAreaTop" fmla="*/ 0 h 1192320"/>
              <a:gd name="textAreaBottom" fmla="*/ 1192680 h 1192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754;p28"/>
          <p:cNvSpPr/>
          <p:nvPr/>
        </p:nvSpPr>
        <p:spPr>
          <a:xfrm rot="1053600">
            <a:off x="4909680" y="420840"/>
            <a:ext cx="4314600" cy="4418280"/>
          </a:xfrm>
          <a:custGeom>
            <a:avLst/>
            <a:gdLst>
              <a:gd name="textAreaLeft" fmla="*/ 0 w 4314600"/>
              <a:gd name="textAreaRight" fmla="*/ 4314960 w 4314600"/>
              <a:gd name="textAreaTop" fmla="*/ 0 h 4418280"/>
              <a:gd name="textAreaBottom" fmla="*/ 4418640 h 4418280"/>
            </a:gdLst>
            <a:ahLst/>
            <a:cxnLst/>
            <a:rect l="textAreaLeft" t="textAreaTop" r="textAreaRight" b="textAreaBottom"/>
            <a:pathLst>
              <a:path w="45721" h="44028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PE" sz="1800" b="0" u="none" strike="noStrike" noProof="0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175232" y="1471680"/>
            <a:ext cx="3175139" cy="11583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5000" b="1" u="none" strike="noStrike" noProof="0" dirty="0" err="1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Focuss</a:t>
            </a:r>
            <a:endParaRPr lang="es-PE" sz="5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 type="subTitle"/>
          </p:nvPr>
        </p:nvSpPr>
        <p:spPr>
          <a:xfrm>
            <a:off x="175320" y="2514240"/>
            <a:ext cx="5182920" cy="7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800" i="1" u="none" strike="noStrike" noProof="0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Aplicación web de estudio y productividad personal</a:t>
            </a:r>
            <a:endParaRPr lang="es-PE" sz="1800" i="1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76" name="Google Shape;757;p28"/>
          <p:cNvGrpSpPr/>
          <p:nvPr/>
        </p:nvGrpSpPr>
        <p:grpSpPr>
          <a:xfrm>
            <a:off x="5165280" y="656280"/>
            <a:ext cx="3840480" cy="3830760"/>
            <a:chOff x="5165280" y="656280"/>
            <a:chExt cx="3840480" cy="3830760"/>
          </a:xfrm>
        </p:grpSpPr>
        <p:grpSp>
          <p:nvGrpSpPr>
            <p:cNvPr id="677" name="Google Shape;758;p28"/>
            <p:cNvGrpSpPr/>
            <p:nvPr/>
          </p:nvGrpSpPr>
          <p:grpSpPr>
            <a:xfrm>
              <a:off x="5631840" y="1764000"/>
              <a:ext cx="2961360" cy="1992600"/>
              <a:chOff x="5631840" y="1764000"/>
              <a:chExt cx="2961360" cy="1992600"/>
            </a:xfrm>
          </p:grpSpPr>
          <p:grpSp>
            <p:nvGrpSpPr>
              <p:cNvPr id="678" name="Google Shape;759;p28"/>
              <p:cNvGrpSpPr/>
              <p:nvPr/>
            </p:nvGrpSpPr>
            <p:grpSpPr>
              <a:xfrm>
                <a:off x="6590880" y="3396600"/>
                <a:ext cx="1042920" cy="360000"/>
                <a:chOff x="6590880" y="3396600"/>
                <a:chExt cx="1042920" cy="360000"/>
              </a:xfrm>
            </p:grpSpPr>
            <p:sp>
              <p:nvSpPr>
                <p:cNvPr id="679" name="Google Shape;760;p28"/>
                <p:cNvSpPr/>
                <p:nvPr/>
              </p:nvSpPr>
              <p:spPr>
                <a:xfrm>
                  <a:off x="6894360" y="3396600"/>
                  <a:ext cx="435600" cy="320040"/>
                </a:xfrm>
                <a:custGeom>
                  <a:avLst/>
                  <a:gdLst>
                    <a:gd name="textAreaLeft" fmla="*/ 0 w 435600"/>
                    <a:gd name="textAreaRight" fmla="*/ 435960 w 435600"/>
                    <a:gd name="textAreaTop" fmla="*/ 0 h 320040"/>
                    <a:gd name="textAreaBottom" fmla="*/ 320400 h 320040"/>
                  </a:gdLst>
                  <a:ahLst/>
                  <a:cxnLst/>
                  <a:rect l="textAreaLeft" t="textAreaTop" r="textAreaRight" b="textAreaBottom"/>
                  <a:pathLst>
                    <a:path w="396621" h="291274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0" name="Google Shape;761;p28"/>
                <p:cNvSpPr/>
                <p:nvPr/>
              </p:nvSpPr>
              <p:spPr>
                <a:xfrm>
                  <a:off x="6894360" y="3396600"/>
                  <a:ext cx="154080" cy="64440"/>
                </a:xfrm>
                <a:custGeom>
                  <a:avLst/>
                  <a:gdLst>
                    <a:gd name="textAreaLeft" fmla="*/ 0 w 154080"/>
                    <a:gd name="textAreaRight" fmla="*/ 154440 w 154080"/>
                    <a:gd name="textAreaTop" fmla="*/ 0 h 64440"/>
                    <a:gd name="textAreaBottom" fmla="*/ 64800 h 64440"/>
                  </a:gdLst>
                  <a:ahLst/>
                  <a:cxnLst/>
                  <a:rect l="textAreaLeft" t="textAreaTop" r="textAreaRight" b="textAreaBottom"/>
                  <a:pathLst>
                    <a:path w="140303" h="59054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2400" bIns="32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1" name="Google Shape;762;p28"/>
                <p:cNvSpPr/>
                <p:nvPr/>
              </p:nvSpPr>
              <p:spPr>
                <a:xfrm>
                  <a:off x="7176600" y="3396600"/>
                  <a:ext cx="153720" cy="96840"/>
                </a:xfrm>
                <a:custGeom>
                  <a:avLst/>
                  <a:gdLst>
                    <a:gd name="textAreaLeft" fmla="*/ 0 w 153720"/>
                    <a:gd name="textAreaRight" fmla="*/ 154080 w 153720"/>
                    <a:gd name="textAreaTop" fmla="*/ 0 h 96840"/>
                    <a:gd name="textAreaBottom" fmla="*/ 97200 h 96840"/>
                  </a:gdLst>
                  <a:ahLst/>
                  <a:cxnLst/>
                  <a:rect l="textAreaLeft" t="textAreaTop" r="textAreaRight" b="textAreaBottom"/>
                  <a:pathLst>
                    <a:path w="140207" h="88391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2" name="Google Shape;763;p28"/>
                <p:cNvSpPr/>
                <p:nvPr/>
              </p:nvSpPr>
              <p:spPr>
                <a:xfrm>
                  <a:off x="6590880" y="3713400"/>
                  <a:ext cx="1042920" cy="43200"/>
                </a:xfrm>
                <a:custGeom>
                  <a:avLst/>
                  <a:gdLst>
                    <a:gd name="textAreaLeft" fmla="*/ 0 w 1042920"/>
                    <a:gd name="textAreaRight" fmla="*/ 1043280 w 1042920"/>
                    <a:gd name="textAreaTop" fmla="*/ 0 h 43200"/>
                    <a:gd name="textAreaBottom" fmla="*/ 43560 h 43200"/>
                  </a:gdLst>
                  <a:ahLst/>
                  <a:cxnLst/>
                  <a:rect l="textAreaLeft" t="textAreaTop" r="textAreaRight" b="textAreaBottom"/>
                  <a:pathLst>
                    <a:path w="948880" h="39528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600" bIns="21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683" name="Google Shape;764;p28"/>
              <p:cNvSpPr/>
              <p:nvPr/>
            </p:nvSpPr>
            <p:spPr>
              <a:xfrm>
                <a:off x="5631840" y="1764000"/>
                <a:ext cx="2961360" cy="1668240"/>
              </a:xfrm>
              <a:custGeom>
                <a:avLst/>
                <a:gdLst>
                  <a:gd name="textAreaLeft" fmla="*/ 0 w 2961360"/>
                  <a:gd name="textAreaRight" fmla="*/ 2961720 w 2961360"/>
                  <a:gd name="textAreaTop" fmla="*/ 0 h 1668240"/>
                  <a:gd name="textAreaBottom" fmla="*/ 1668600 h 1668240"/>
                </a:gdLst>
                <a:ahLst/>
                <a:cxnLst/>
                <a:rect l="textAreaLeft" t="textAreaTop" r="textAreaRight" b="textAreaBottom"/>
                <a:pathLst>
                  <a:path w="2693384" h="1517428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4" name="Google Shape;765;p28"/>
              <p:cNvSpPr/>
              <p:nvPr/>
            </p:nvSpPr>
            <p:spPr>
              <a:xfrm>
                <a:off x="5631840" y="1912680"/>
                <a:ext cx="2961360" cy="1344600"/>
              </a:xfrm>
              <a:custGeom>
                <a:avLst/>
                <a:gdLst>
                  <a:gd name="textAreaLeft" fmla="*/ 0 w 2961360"/>
                  <a:gd name="textAreaRight" fmla="*/ 2961720 w 2961360"/>
                  <a:gd name="textAreaTop" fmla="*/ 0 h 1344600"/>
                  <a:gd name="textAreaBottom" fmla="*/ 1344960 h 1344600"/>
                </a:gdLst>
                <a:ahLst/>
                <a:cxnLst/>
                <a:rect l="textAreaLeft" t="textAreaTop" r="textAreaRight" b="textAreaBottom"/>
                <a:pathLst>
                  <a:path w="2693384" h="1223295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5" name="Google Shape;766;p28"/>
              <p:cNvSpPr/>
              <p:nvPr/>
            </p:nvSpPr>
            <p:spPr>
              <a:xfrm>
                <a:off x="7070760" y="3302280"/>
                <a:ext cx="83160" cy="83160"/>
              </a:xfrm>
              <a:custGeom>
                <a:avLst/>
                <a:gdLst>
                  <a:gd name="textAreaLeft" fmla="*/ 0 w 83160"/>
                  <a:gd name="textAreaRight" fmla="*/ 83520 w 83160"/>
                  <a:gd name="textAreaTop" fmla="*/ 0 h 83160"/>
                  <a:gd name="textAreaBottom" fmla="*/ 83520 h 83160"/>
                </a:gdLst>
                <a:ahLst/>
                <a:cxnLst/>
                <a:rect l="textAreaLeft" t="textAreaTop" r="textAreaRight" b="textAreaBottom"/>
                <a:pathLst>
                  <a:path w="76009" h="76009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760" bIns="41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86" name="Google Shape;767;p28"/>
            <p:cNvGrpSpPr/>
            <p:nvPr/>
          </p:nvGrpSpPr>
          <p:grpSpPr>
            <a:xfrm>
              <a:off x="6285600" y="656280"/>
              <a:ext cx="1654200" cy="835560"/>
              <a:chOff x="6285600" y="656280"/>
              <a:chExt cx="1654200" cy="835560"/>
            </a:xfrm>
          </p:grpSpPr>
          <p:sp>
            <p:nvSpPr>
              <p:cNvPr id="687" name="Google Shape;768;p28"/>
              <p:cNvSpPr/>
              <p:nvPr/>
            </p:nvSpPr>
            <p:spPr>
              <a:xfrm>
                <a:off x="6285600" y="656280"/>
                <a:ext cx="1654200" cy="835560"/>
              </a:xfrm>
              <a:custGeom>
                <a:avLst/>
                <a:gdLst>
                  <a:gd name="textAreaLeft" fmla="*/ 0 w 1654200"/>
                  <a:gd name="textAreaRight" fmla="*/ 1654560 w 1654200"/>
                  <a:gd name="textAreaTop" fmla="*/ 0 h 835560"/>
                  <a:gd name="textAreaBottom" fmla="*/ 835920 h 835560"/>
                </a:gdLst>
                <a:ahLst/>
                <a:cxnLst/>
                <a:rect l="textAreaLeft" t="textAreaTop" r="textAreaRight" b="textAreaBottom"/>
                <a:pathLst>
                  <a:path w="1504568" h="76019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8" name="Google Shape;769;p28"/>
              <p:cNvSpPr/>
              <p:nvPr/>
            </p:nvSpPr>
            <p:spPr>
              <a:xfrm>
                <a:off x="6285600" y="712440"/>
                <a:ext cx="1014120" cy="779400"/>
              </a:xfrm>
              <a:custGeom>
                <a:avLst/>
                <a:gdLst>
                  <a:gd name="textAreaLeft" fmla="*/ 0 w 1014120"/>
                  <a:gd name="textAreaRight" fmla="*/ 1014480 w 1014120"/>
                  <a:gd name="textAreaTop" fmla="*/ 0 h 779400"/>
                  <a:gd name="textAreaBottom" fmla="*/ 779760 h 779400"/>
                </a:gdLst>
                <a:ahLst/>
                <a:cxnLst/>
                <a:rect l="textAreaLeft" t="textAreaTop" r="textAreaRight" b="textAreaBottom"/>
                <a:pathLst>
                  <a:path w="922591" h="709136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89" name="Google Shape;770;p28"/>
            <p:cNvGrpSpPr/>
            <p:nvPr/>
          </p:nvGrpSpPr>
          <p:grpSpPr>
            <a:xfrm>
              <a:off x="8276760" y="1328040"/>
              <a:ext cx="387720" cy="272880"/>
              <a:chOff x="8276760" y="1328040"/>
              <a:chExt cx="387720" cy="272880"/>
            </a:xfrm>
          </p:grpSpPr>
          <p:sp>
            <p:nvSpPr>
              <p:cNvPr id="690" name="Google Shape;771;p28"/>
              <p:cNvSpPr/>
              <p:nvPr/>
            </p:nvSpPr>
            <p:spPr>
              <a:xfrm>
                <a:off x="8276760" y="1328040"/>
                <a:ext cx="387720" cy="272880"/>
              </a:xfrm>
              <a:custGeom>
                <a:avLst/>
                <a:gdLst>
                  <a:gd name="textAreaLeft" fmla="*/ 0 w 387720"/>
                  <a:gd name="textAreaRight" fmla="*/ 388080 w 387720"/>
                  <a:gd name="textAreaTop" fmla="*/ 0 h 272880"/>
                  <a:gd name="textAreaBottom" fmla="*/ 273240 h 272880"/>
                </a:gdLst>
                <a:ahLst/>
                <a:cxnLst/>
                <a:rect l="textAreaLeft" t="textAreaTop" r="textAreaRight" b="textAreaBottom"/>
                <a:pathLst>
                  <a:path w="352805" h="248507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1" name="Google Shape;772;p28"/>
              <p:cNvSpPr/>
              <p:nvPr/>
            </p:nvSpPr>
            <p:spPr>
              <a:xfrm>
                <a:off x="8350200" y="1395720"/>
                <a:ext cx="240840" cy="64440"/>
              </a:xfrm>
              <a:custGeom>
                <a:avLst/>
                <a:gdLst>
                  <a:gd name="textAreaLeft" fmla="*/ 0 w 240840"/>
                  <a:gd name="textAreaRight" fmla="*/ 241200 w 240840"/>
                  <a:gd name="textAreaTop" fmla="*/ 0 h 64440"/>
                  <a:gd name="textAreaBottom" fmla="*/ 64800 h 64440"/>
                </a:gdLst>
                <a:ahLst/>
                <a:cxnLst/>
                <a:rect l="textAreaLeft" t="textAreaTop" r="textAreaRight" b="textAreaBottom"/>
                <a:pathLst>
                  <a:path w="219455" h="59054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92" name="Google Shape;773;p28"/>
            <p:cNvSpPr/>
            <p:nvPr/>
          </p:nvSpPr>
          <p:spPr>
            <a:xfrm>
              <a:off x="7148880" y="1542960"/>
              <a:ext cx="10080" cy="43236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432360"/>
                <a:gd name="textAreaBottom" fmla="*/ 432720 h 432360"/>
              </a:gdLst>
              <a:ahLst/>
              <a:cxnLst/>
              <a:rect l="textAreaLeft" t="textAreaTop" r="textAreaRight" b="textAreaBottom"/>
              <a:pathLst>
                <a:path w="9525" h="392525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93" name="Google Shape;774;p28"/>
            <p:cNvGrpSpPr/>
            <p:nvPr/>
          </p:nvGrpSpPr>
          <p:grpSpPr>
            <a:xfrm>
              <a:off x="5483160" y="2415600"/>
              <a:ext cx="27000" cy="532080"/>
              <a:chOff x="5483160" y="2415600"/>
              <a:chExt cx="27000" cy="532080"/>
            </a:xfrm>
          </p:grpSpPr>
          <p:sp>
            <p:nvSpPr>
              <p:cNvPr id="694" name="Google Shape;775;p28"/>
              <p:cNvSpPr/>
              <p:nvPr/>
            </p:nvSpPr>
            <p:spPr>
              <a:xfrm>
                <a:off x="5496840" y="2428200"/>
                <a:ext cx="10080" cy="506160"/>
              </a:xfrm>
              <a:custGeom>
                <a:avLst/>
                <a:gdLst>
                  <a:gd name="textAreaLeft" fmla="*/ 0 w 10080"/>
                  <a:gd name="textAreaRight" fmla="*/ 10440 w 10080"/>
                  <a:gd name="textAreaTop" fmla="*/ 0 h 506160"/>
                  <a:gd name="textAreaBottom" fmla="*/ 506520 h 506160"/>
                </a:gdLst>
                <a:ahLst/>
                <a:cxnLst/>
                <a:rect l="textAreaLeft" t="textAreaTop" r="textAreaRight" b="textAreaBottom"/>
                <a:pathLst>
                  <a:path w="9525" h="460724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>
                <a:solidFill>
                  <a:srgbClr val="6F7082"/>
                </a:solidFill>
                <a:prstDash val="dashDot"/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5" name="Google Shape;776;p28"/>
              <p:cNvSpPr/>
              <p:nvPr/>
            </p:nvSpPr>
            <p:spPr>
              <a:xfrm>
                <a:off x="5483160" y="292068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5" h="24765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6" name="Google Shape;777;p28"/>
              <p:cNvSpPr/>
              <p:nvPr/>
            </p:nvSpPr>
            <p:spPr>
              <a:xfrm>
                <a:off x="5483160" y="241560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5" h="24765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97" name="Google Shape;778;p28"/>
            <p:cNvGrpSpPr/>
            <p:nvPr/>
          </p:nvGrpSpPr>
          <p:grpSpPr>
            <a:xfrm>
              <a:off x="5643360" y="2277360"/>
              <a:ext cx="749160" cy="303480"/>
              <a:chOff x="5643360" y="2277360"/>
              <a:chExt cx="749160" cy="303480"/>
            </a:xfrm>
          </p:grpSpPr>
          <p:sp>
            <p:nvSpPr>
              <p:cNvPr id="698" name="Google Shape;779;p28"/>
              <p:cNvSpPr/>
              <p:nvPr/>
            </p:nvSpPr>
            <p:spPr>
              <a:xfrm>
                <a:off x="5656320" y="2290320"/>
                <a:ext cx="722880" cy="276840"/>
              </a:xfrm>
              <a:custGeom>
                <a:avLst/>
                <a:gdLst>
                  <a:gd name="textAreaLeft" fmla="*/ 0 w 722880"/>
                  <a:gd name="textAreaRight" fmla="*/ 723240 w 722880"/>
                  <a:gd name="textAreaTop" fmla="*/ 0 h 276840"/>
                  <a:gd name="textAreaBottom" fmla="*/ 277200 h 276840"/>
                </a:gdLst>
                <a:ahLst/>
                <a:cxnLst/>
                <a:rect l="textAreaLeft" t="textAreaTop" r="textAreaRight" b="textAreaBottom"/>
                <a:pathLst>
                  <a:path w="657796" h="251936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>
                <a:solidFill>
                  <a:srgbClr val="6F7082"/>
                </a:solidFill>
                <a:prstDash val="dashDot"/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9" name="Google Shape;780;p28"/>
              <p:cNvSpPr/>
              <p:nvPr/>
            </p:nvSpPr>
            <p:spPr>
              <a:xfrm>
                <a:off x="5643360" y="227736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812" h="24812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0" name="Google Shape;781;p28"/>
              <p:cNvSpPr/>
              <p:nvPr/>
            </p:nvSpPr>
            <p:spPr>
              <a:xfrm>
                <a:off x="6365520" y="255384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5" h="24764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01" name="Google Shape;782;p28"/>
            <p:cNvGrpSpPr/>
            <p:nvPr/>
          </p:nvGrpSpPr>
          <p:grpSpPr>
            <a:xfrm>
              <a:off x="8163000" y="4028040"/>
              <a:ext cx="201960" cy="355320"/>
              <a:chOff x="8163000" y="4028040"/>
              <a:chExt cx="201960" cy="355320"/>
            </a:xfrm>
          </p:grpSpPr>
          <p:sp>
            <p:nvSpPr>
              <p:cNvPr id="702" name="Google Shape;783;p28"/>
              <p:cNvSpPr/>
              <p:nvPr/>
            </p:nvSpPr>
            <p:spPr>
              <a:xfrm>
                <a:off x="8163000" y="4028040"/>
                <a:ext cx="201960" cy="355320"/>
              </a:xfrm>
              <a:custGeom>
                <a:avLst/>
                <a:gdLst>
                  <a:gd name="textAreaLeft" fmla="*/ 0 w 201960"/>
                  <a:gd name="textAreaRight" fmla="*/ 202320 w 201960"/>
                  <a:gd name="textAreaTop" fmla="*/ 0 h 355320"/>
                  <a:gd name="textAreaBottom" fmla="*/ 355680 h 355320"/>
                </a:gdLst>
                <a:ahLst/>
                <a:cxnLst/>
                <a:rect l="textAreaLeft" t="textAreaTop" r="textAreaRight" b="textAreaBottom"/>
                <a:pathLst>
                  <a:path w="183832" h="323468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3" name="Google Shape;784;p28"/>
              <p:cNvSpPr/>
              <p:nvPr/>
            </p:nvSpPr>
            <p:spPr>
              <a:xfrm>
                <a:off x="8258040" y="4058640"/>
                <a:ext cx="12240" cy="5904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11430" h="54101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04" name="Google Shape;785;p28"/>
            <p:cNvGrpSpPr/>
            <p:nvPr/>
          </p:nvGrpSpPr>
          <p:grpSpPr>
            <a:xfrm>
              <a:off x="6427800" y="3923280"/>
              <a:ext cx="1533600" cy="563760"/>
              <a:chOff x="6427800" y="3923280"/>
              <a:chExt cx="1533600" cy="563760"/>
            </a:xfrm>
          </p:grpSpPr>
          <p:sp>
            <p:nvSpPr>
              <p:cNvPr id="705" name="Google Shape;786;p28"/>
              <p:cNvSpPr/>
              <p:nvPr/>
            </p:nvSpPr>
            <p:spPr>
              <a:xfrm>
                <a:off x="6427800" y="3923280"/>
                <a:ext cx="1533600" cy="563760"/>
              </a:xfrm>
              <a:custGeom>
                <a:avLst/>
                <a:gdLst>
                  <a:gd name="textAreaLeft" fmla="*/ 0 w 1533600"/>
                  <a:gd name="textAreaRight" fmla="*/ 1533960 w 1533600"/>
                  <a:gd name="textAreaTop" fmla="*/ 0 h 563760"/>
                  <a:gd name="textAreaBottom" fmla="*/ 564120 h 563760"/>
                </a:gdLst>
                <a:ahLst/>
                <a:cxnLst/>
                <a:rect l="textAreaLeft" t="textAreaTop" r="textAreaRight" b="textAreaBottom"/>
                <a:pathLst>
                  <a:path w="1396269" h="513492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6" name="Google Shape;787;p28"/>
              <p:cNvSpPr/>
              <p:nvPr/>
            </p:nvSpPr>
            <p:spPr>
              <a:xfrm>
                <a:off x="6567480" y="3963600"/>
                <a:ext cx="84600" cy="8460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84600"/>
                  <a:gd name="textAreaBottom" fmla="*/ 84960 h 84600"/>
                </a:gdLst>
                <a:ahLst/>
                <a:cxnLst/>
                <a:rect l="textAreaLeft" t="textAreaTop" r="textAreaRight" b="textAreaBottom"/>
                <a:pathLst>
                  <a:path w="77247" h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07" name="Google Shape;788;p28"/>
              <p:cNvGrpSpPr/>
              <p:nvPr/>
            </p:nvGrpSpPr>
            <p:grpSpPr>
              <a:xfrm>
                <a:off x="6744600" y="3963960"/>
                <a:ext cx="477720" cy="84600"/>
                <a:chOff x="6744600" y="3963960"/>
                <a:chExt cx="477720" cy="84600"/>
              </a:xfrm>
            </p:grpSpPr>
            <p:sp>
              <p:nvSpPr>
                <p:cNvPr id="708" name="Google Shape;789;p28"/>
                <p:cNvSpPr/>
                <p:nvPr/>
              </p:nvSpPr>
              <p:spPr>
                <a:xfrm>
                  <a:off x="674460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9" name="Google Shape;790;p28"/>
                <p:cNvSpPr/>
                <p:nvPr/>
              </p:nvSpPr>
              <p:spPr>
                <a:xfrm>
                  <a:off x="684288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0" name="Google Shape;791;p28"/>
                <p:cNvSpPr/>
                <p:nvPr/>
              </p:nvSpPr>
              <p:spPr>
                <a:xfrm>
                  <a:off x="694116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1" name="Google Shape;792;p28"/>
                <p:cNvSpPr/>
                <p:nvPr/>
              </p:nvSpPr>
              <p:spPr>
                <a:xfrm>
                  <a:off x="703944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2" name="Google Shape;793;p28"/>
                <p:cNvSpPr/>
                <p:nvPr/>
              </p:nvSpPr>
              <p:spPr>
                <a:xfrm>
                  <a:off x="713772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3" name="Google Shape;794;p28"/>
              <p:cNvGrpSpPr/>
              <p:nvPr/>
            </p:nvGrpSpPr>
            <p:grpSpPr>
              <a:xfrm>
                <a:off x="7329960" y="3963960"/>
                <a:ext cx="478080" cy="84600"/>
                <a:chOff x="7329960" y="3963960"/>
                <a:chExt cx="478080" cy="84600"/>
              </a:xfrm>
            </p:grpSpPr>
            <p:sp>
              <p:nvSpPr>
                <p:cNvPr id="714" name="Google Shape;795;p28"/>
                <p:cNvSpPr/>
                <p:nvPr/>
              </p:nvSpPr>
              <p:spPr>
                <a:xfrm>
                  <a:off x="732996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5" name="Google Shape;796;p28"/>
                <p:cNvSpPr/>
                <p:nvPr/>
              </p:nvSpPr>
              <p:spPr>
                <a:xfrm>
                  <a:off x="742824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6" name="Google Shape;797;p28"/>
                <p:cNvSpPr/>
                <p:nvPr/>
              </p:nvSpPr>
              <p:spPr>
                <a:xfrm>
                  <a:off x="752652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798;p28"/>
                <p:cNvSpPr/>
                <p:nvPr/>
              </p:nvSpPr>
              <p:spPr>
                <a:xfrm>
                  <a:off x="762516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799;p28"/>
                <p:cNvSpPr/>
                <p:nvPr/>
              </p:nvSpPr>
              <p:spPr>
                <a:xfrm>
                  <a:off x="772344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9" name="Google Shape;800;p28"/>
              <p:cNvGrpSpPr/>
              <p:nvPr/>
            </p:nvGrpSpPr>
            <p:grpSpPr>
              <a:xfrm>
                <a:off x="6465240" y="4095000"/>
                <a:ext cx="1462680" cy="86040"/>
                <a:chOff x="6465240" y="4095000"/>
                <a:chExt cx="1462680" cy="86040"/>
              </a:xfrm>
            </p:grpSpPr>
            <p:sp>
              <p:nvSpPr>
                <p:cNvPr id="720" name="Google Shape;801;p28"/>
                <p:cNvSpPr/>
                <p:nvPr/>
              </p:nvSpPr>
              <p:spPr>
                <a:xfrm>
                  <a:off x="646524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1" name="Google Shape;802;p28"/>
                <p:cNvSpPr/>
                <p:nvPr/>
              </p:nvSpPr>
              <p:spPr>
                <a:xfrm>
                  <a:off x="657972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2" name="Google Shape;803;p28"/>
                <p:cNvSpPr/>
                <p:nvPr/>
              </p:nvSpPr>
              <p:spPr>
                <a:xfrm>
                  <a:off x="669456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3" name="Google Shape;804;p28"/>
                <p:cNvSpPr/>
                <p:nvPr/>
              </p:nvSpPr>
              <p:spPr>
                <a:xfrm>
                  <a:off x="680940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4" name="Google Shape;805;p28"/>
                <p:cNvSpPr/>
                <p:nvPr/>
              </p:nvSpPr>
              <p:spPr>
                <a:xfrm>
                  <a:off x="692388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5" name="Google Shape;806;p28"/>
                <p:cNvSpPr/>
                <p:nvPr/>
              </p:nvSpPr>
              <p:spPr>
                <a:xfrm>
                  <a:off x="703872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6" name="Google Shape;807;p28"/>
                <p:cNvSpPr/>
                <p:nvPr/>
              </p:nvSpPr>
              <p:spPr>
                <a:xfrm>
                  <a:off x="715356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7" name="Google Shape;808;p28"/>
                <p:cNvSpPr/>
                <p:nvPr/>
              </p:nvSpPr>
              <p:spPr>
                <a:xfrm>
                  <a:off x="726804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8" name="Google Shape;809;p28"/>
                <p:cNvSpPr/>
                <p:nvPr/>
              </p:nvSpPr>
              <p:spPr>
                <a:xfrm>
                  <a:off x="738288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9" name="Google Shape;810;p28"/>
                <p:cNvSpPr/>
                <p:nvPr/>
              </p:nvSpPr>
              <p:spPr>
                <a:xfrm>
                  <a:off x="749772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0" name="Google Shape;811;p28"/>
                <p:cNvSpPr/>
                <p:nvPr/>
              </p:nvSpPr>
              <p:spPr>
                <a:xfrm>
                  <a:off x="761220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1" name="Google Shape;812;p28"/>
                <p:cNvSpPr/>
                <p:nvPr/>
              </p:nvSpPr>
              <p:spPr>
                <a:xfrm>
                  <a:off x="772704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2" name="Google Shape;813;p28"/>
                <p:cNvSpPr/>
                <p:nvPr/>
              </p:nvSpPr>
              <p:spPr>
                <a:xfrm>
                  <a:off x="784188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33" name="Google Shape;814;p28"/>
              <p:cNvGrpSpPr/>
              <p:nvPr/>
            </p:nvGrpSpPr>
            <p:grpSpPr>
              <a:xfrm>
                <a:off x="6465240" y="4309560"/>
                <a:ext cx="1462680" cy="86040"/>
                <a:chOff x="6465240" y="4309560"/>
                <a:chExt cx="1462680" cy="86040"/>
              </a:xfrm>
            </p:grpSpPr>
            <p:sp>
              <p:nvSpPr>
                <p:cNvPr id="734" name="Google Shape;815;p28"/>
                <p:cNvSpPr/>
                <p:nvPr/>
              </p:nvSpPr>
              <p:spPr>
                <a:xfrm>
                  <a:off x="646524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5" name="Google Shape;816;p28"/>
                <p:cNvSpPr/>
                <p:nvPr/>
              </p:nvSpPr>
              <p:spPr>
                <a:xfrm>
                  <a:off x="657972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6" name="Google Shape;817;p28"/>
                <p:cNvSpPr/>
                <p:nvPr/>
              </p:nvSpPr>
              <p:spPr>
                <a:xfrm>
                  <a:off x="6694560" y="4309560"/>
                  <a:ext cx="546480" cy="86040"/>
                </a:xfrm>
                <a:custGeom>
                  <a:avLst/>
                  <a:gdLst>
                    <a:gd name="textAreaLeft" fmla="*/ 0 w 546480"/>
                    <a:gd name="textAreaRight" fmla="*/ 546840 w 54648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497300" h="78581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7" name="Google Shape;818;p28"/>
                <p:cNvSpPr/>
                <p:nvPr/>
              </p:nvSpPr>
              <p:spPr>
                <a:xfrm>
                  <a:off x="726804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8" name="Google Shape;819;p28"/>
                <p:cNvSpPr/>
                <p:nvPr/>
              </p:nvSpPr>
              <p:spPr>
                <a:xfrm>
                  <a:off x="738288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9" name="Google Shape;820;p28"/>
                <p:cNvSpPr/>
                <p:nvPr/>
              </p:nvSpPr>
              <p:spPr>
                <a:xfrm>
                  <a:off x="749772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0" name="Google Shape;821;p28"/>
                <p:cNvSpPr/>
                <p:nvPr/>
              </p:nvSpPr>
              <p:spPr>
                <a:xfrm>
                  <a:off x="761220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1" name="Google Shape;822;p28"/>
                <p:cNvSpPr/>
                <p:nvPr/>
              </p:nvSpPr>
              <p:spPr>
                <a:xfrm>
                  <a:off x="772704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2" name="Google Shape;823;p28"/>
                <p:cNvSpPr/>
                <p:nvPr/>
              </p:nvSpPr>
              <p:spPr>
                <a:xfrm>
                  <a:off x="784188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43" name="Google Shape;824;p28"/>
              <p:cNvGrpSpPr/>
              <p:nvPr/>
            </p:nvGrpSpPr>
            <p:grpSpPr>
              <a:xfrm>
                <a:off x="6520320" y="4204080"/>
                <a:ext cx="1347840" cy="86040"/>
                <a:chOff x="6520320" y="4204080"/>
                <a:chExt cx="1347840" cy="86040"/>
              </a:xfrm>
            </p:grpSpPr>
            <p:sp>
              <p:nvSpPr>
                <p:cNvPr id="744" name="Google Shape;825;p28"/>
                <p:cNvSpPr/>
                <p:nvPr/>
              </p:nvSpPr>
              <p:spPr>
                <a:xfrm>
                  <a:off x="652032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5" name="Google Shape;826;p28"/>
                <p:cNvSpPr/>
                <p:nvPr/>
              </p:nvSpPr>
              <p:spPr>
                <a:xfrm>
                  <a:off x="663480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6" name="Google Shape;827;p28"/>
                <p:cNvSpPr/>
                <p:nvPr/>
              </p:nvSpPr>
              <p:spPr>
                <a:xfrm>
                  <a:off x="674964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7" name="Google Shape;828;p28"/>
                <p:cNvSpPr/>
                <p:nvPr/>
              </p:nvSpPr>
              <p:spPr>
                <a:xfrm>
                  <a:off x="686448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8" name="Google Shape;829;p28"/>
                <p:cNvSpPr/>
                <p:nvPr/>
              </p:nvSpPr>
              <p:spPr>
                <a:xfrm>
                  <a:off x="697896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9" name="Google Shape;830;p28"/>
                <p:cNvSpPr/>
                <p:nvPr/>
              </p:nvSpPr>
              <p:spPr>
                <a:xfrm>
                  <a:off x="709380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0" name="Google Shape;831;p28"/>
                <p:cNvSpPr/>
                <p:nvPr/>
              </p:nvSpPr>
              <p:spPr>
                <a:xfrm>
                  <a:off x="720864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1" name="Google Shape;832;p28"/>
                <p:cNvSpPr/>
                <p:nvPr/>
              </p:nvSpPr>
              <p:spPr>
                <a:xfrm>
                  <a:off x="732312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2" name="Google Shape;833;p28"/>
                <p:cNvSpPr/>
                <p:nvPr/>
              </p:nvSpPr>
              <p:spPr>
                <a:xfrm>
                  <a:off x="743796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3" name="Google Shape;834;p28"/>
                <p:cNvSpPr/>
                <p:nvPr/>
              </p:nvSpPr>
              <p:spPr>
                <a:xfrm>
                  <a:off x="755280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4" name="Google Shape;835;p28"/>
                <p:cNvSpPr/>
                <p:nvPr/>
              </p:nvSpPr>
              <p:spPr>
                <a:xfrm>
                  <a:off x="766728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5" name="Google Shape;836;p28"/>
                <p:cNvSpPr/>
                <p:nvPr/>
              </p:nvSpPr>
              <p:spPr>
                <a:xfrm>
                  <a:off x="778212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756" name="Google Shape;837;p28"/>
              <p:cNvSpPr/>
              <p:nvPr/>
            </p:nvSpPr>
            <p:spPr>
              <a:xfrm>
                <a:off x="7885440" y="3962880"/>
                <a:ext cx="40680" cy="40680"/>
              </a:xfrm>
              <a:custGeom>
                <a:avLst/>
                <a:gdLst>
                  <a:gd name="textAreaLeft" fmla="*/ 0 w 40680"/>
                  <a:gd name="textAreaRight" fmla="*/ 41040 w 40680"/>
                  <a:gd name="textAreaTop" fmla="*/ 0 h 40680"/>
                  <a:gd name="textAreaBottom" fmla="*/ 41040 h 40680"/>
                </a:gdLst>
                <a:ahLst/>
                <a:cxnLst/>
                <a:rect l="textAreaLeft" t="textAreaTop" r="textAreaRight" b="textAreaBottom"/>
                <a:pathLst>
                  <a:path w="37338" h="37338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520" bIns="20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57" name="Google Shape;838;p28"/>
            <p:cNvGrpSpPr/>
            <p:nvPr/>
          </p:nvGrpSpPr>
          <p:grpSpPr>
            <a:xfrm>
              <a:off x="6368040" y="2012760"/>
              <a:ext cx="1447920" cy="1250280"/>
              <a:chOff x="6368040" y="2012760"/>
              <a:chExt cx="1447920" cy="1250280"/>
            </a:xfrm>
          </p:grpSpPr>
          <p:sp>
            <p:nvSpPr>
              <p:cNvPr id="758" name="Google Shape;839;p28"/>
              <p:cNvSpPr/>
              <p:nvPr/>
            </p:nvSpPr>
            <p:spPr>
              <a:xfrm>
                <a:off x="6368040" y="2012760"/>
                <a:ext cx="1447920" cy="1250280"/>
              </a:xfrm>
              <a:custGeom>
                <a:avLst/>
                <a:gdLst>
                  <a:gd name="textAreaLeft" fmla="*/ 0 w 1447920"/>
                  <a:gd name="textAreaRight" fmla="*/ 1448280 w 1447920"/>
                  <a:gd name="textAreaTop" fmla="*/ 0 h 1250280"/>
                  <a:gd name="textAreaBottom" fmla="*/ 1250640 h 1250280"/>
                </a:gdLst>
                <a:ahLst/>
                <a:cxnLst/>
                <a:rect l="textAreaLeft" t="textAreaTop" r="textAreaRight" b="textAreaBottom"/>
                <a:pathLst>
                  <a:path w="1318259" h="1915286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9" name="Google Shape;840;p28"/>
              <p:cNvSpPr/>
              <p:nvPr/>
            </p:nvSpPr>
            <p:spPr>
              <a:xfrm>
                <a:off x="6368040" y="2012760"/>
                <a:ext cx="1447920" cy="102960"/>
              </a:xfrm>
              <a:custGeom>
                <a:avLst/>
                <a:gdLst>
                  <a:gd name="textAreaLeft" fmla="*/ 0 w 1447920"/>
                  <a:gd name="textAreaRight" fmla="*/ 1448280 w 144792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1318259" h="94107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60" name="Google Shape;841;p28"/>
              <p:cNvGrpSpPr/>
              <p:nvPr/>
            </p:nvGrpSpPr>
            <p:grpSpPr>
              <a:xfrm>
                <a:off x="7606440" y="2051640"/>
                <a:ext cx="154440" cy="33840"/>
                <a:chOff x="7606440" y="2051640"/>
                <a:chExt cx="154440" cy="33840"/>
              </a:xfrm>
            </p:grpSpPr>
            <p:sp>
              <p:nvSpPr>
                <p:cNvPr id="761" name="Google Shape;842;p28"/>
                <p:cNvSpPr/>
                <p:nvPr/>
              </p:nvSpPr>
              <p:spPr>
                <a:xfrm>
                  <a:off x="7727040" y="205164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31241" h="31241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62" name="Google Shape;843;p28"/>
                <p:cNvSpPr/>
                <p:nvPr/>
              </p:nvSpPr>
              <p:spPr>
                <a:xfrm>
                  <a:off x="7666560" y="205164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31241" h="31241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63" name="Google Shape;844;p28"/>
                <p:cNvSpPr/>
                <p:nvPr/>
              </p:nvSpPr>
              <p:spPr>
                <a:xfrm>
                  <a:off x="7606440" y="205164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31241" h="31241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764" name="Google Shape;845;p28"/>
              <p:cNvSpPr/>
              <p:nvPr/>
            </p:nvSpPr>
            <p:spPr>
              <a:xfrm>
                <a:off x="6390000" y="2137680"/>
                <a:ext cx="1403640" cy="561600"/>
              </a:xfrm>
              <a:custGeom>
                <a:avLst/>
                <a:gdLst>
                  <a:gd name="textAreaLeft" fmla="*/ 0 w 1403640"/>
                  <a:gd name="textAreaRight" fmla="*/ 1404000 w 1403640"/>
                  <a:gd name="textAreaTop" fmla="*/ 0 h 561600"/>
                  <a:gd name="textAreaBottom" fmla="*/ 561960 h 561600"/>
                </a:gdLst>
                <a:ahLst/>
                <a:cxnLst/>
                <a:rect l="textAreaLeft" t="textAreaTop" r="textAreaRight" b="textAreaBottom"/>
                <a:pathLst>
                  <a:path w="1278064" h="511682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5" name="Google Shape;846;p28"/>
              <p:cNvSpPr/>
              <p:nvPr/>
            </p:nvSpPr>
            <p:spPr>
              <a:xfrm>
                <a:off x="6430320" y="2758320"/>
                <a:ext cx="386280" cy="335520"/>
              </a:xfrm>
              <a:custGeom>
                <a:avLst/>
                <a:gdLst>
                  <a:gd name="textAreaLeft" fmla="*/ 0 w 386280"/>
                  <a:gd name="textAreaRight" fmla="*/ 386640 w 386280"/>
                  <a:gd name="textAreaTop" fmla="*/ 0 h 335520"/>
                  <a:gd name="textAreaBottom" fmla="*/ 335880 h 335520"/>
                </a:gdLst>
                <a:ahLst/>
                <a:cxnLst/>
                <a:rect l="textAreaLeft" t="textAreaTop" r="textAreaRight" b="textAreaBottom"/>
                <a:pathLst>
                  <a:path w="352044" h="305657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6" name="Google Shape;847;p28"/>
              <p:cNvSpPr/>
              <p:nvPr/>
            </p:nvSpPr>
            <p:spPr>
              <a:xfrm>
                <a:off x="6854760" y="275832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7" name="Google Shape;848;p28"/>
              <p:cNvSpPr/>
              <p:nvPr/>
            </p:nvSpPr>
            <p:spPr>
              <a:xfrm>
                <a:off x="6854760" y="282060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8" name="Google Shape;849;p28"/>
              <p:cNvSpPr/>
              <p:nvPr/>
            </p:nvSpPr>
            <p:spPr>
              <a:xfrm>
                <a:off x="6854760" y="288324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9" name="Google Shape;850;p28"/>
              <p:cNvSpPr/>
              <p:nvPr/>
            </p:nvSpPr>
            <p:spPr>
              <a:xfrm>
                <a:off x="6854760" y="294552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70" name="Google Shape;851;p28"/>
              <p:cNvGrpSpPr/>
              <p:nvPr/>
            </p:nvGrpSpPr>
            <p:grpSpPr>
              <a:xfrm>
                <a:off x="7497000" y="3038040"/>
                <a:ext cx="263880" cy="56160"/>
                <a:chOff x="7497000" y="3038040"/>
                <a:chExt cx="263880" cy="56160"/>
              </a:xfrm>
            </p:grpSpPr>
            <p:sp>
              <p:nvSpPr>
                <p:cNvPr id="771" name="Google Shape;852;p28"/>
                <p:cNvSpPr/>
                <p:nvPr/>
              </p:nvSpPr>
              <p:spPr>
                <a:xfrm>
                  <a:off x="7497000" y="3038040"/>
                  <a:ext cx="263880" cy="56160"/>
                </a:xfrm>
                <a:custGeom>
                  <a:avLst/>
                  <a:gdLst>
                    <a:gd name="textAreaLeft" fmla="*/ 0 w 263880"/>
                    <a:gd name="textAreaRight" fmla="*/ 264240 w 26388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240411" h="51434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2" name="Google Shape;853;p28"/>
                <p:cNvSpPr/>
                <p:nvPr/>
              </p:nvSpPr>
              <p:spPr>
                <a:xfrm>
                  <a:off x="7569720" y="3053520"/>
                  <a:ext cx="118800" cy="25200"/>
                </a:xfrm>
                <a:custGeom>
                  <a:avLst/>
                  <a:gdLst>
                    <a:gd name="textAreaLeft" fmla="*/ 0 w 118800"/>
                    <a:gd name="textAreaRight" fmla="*/ 119160 w 118800"/>
                    <a:gd name="textAreaTop" fmla="*/ 0 h 25200"/>
                    <a:gd name="textAreaBottom" fmla="*/ 25560 h 25200"/>
                  </a:gdLst>
                  <a:ahLst/>
                  <a:cxnLst/>
                  <a:rect l="textAreaLeft" t="textAreaTop" r="textAreaRight" b="textAreaBottom"/>
                  <a:pathLst>
                    <a:path w="108204" h="2324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600" bIns="12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73" name="Google Shape;854;p28"/>
              <p:cNvGrpSpPr/>
              <p:nvPr/>
            </p:nvGrpSpPr>
            <p:grpSpPr>
              <a:xfrm>
                <a:off x="6430680" y="2372400"/>
                <a:ext cx="1330560" cy="108720"/>
                <a:chOff x="6430680" y="2372400"/>
                <a:chExt cx="1330560" cy="108720"/>
              </a:xfrm>
            </p:grpSpPr>
            <p:sp>
              <p:nvSpPr>
                <p:cNvPr id="774" name="Google Shape;855;p28"/>
                <p:cNvSpPr/>
                <p:nvPr/>
              </p:nvSpPr>
              <p:spPr>
                <a:xfrm>
                  <a:off x="6430680" y="2372400"/>
                  <a:ext cx="54360" cy="108720"/>
                </a:xfrm>
                <a:custGeom>
                  <a:avLst/>
                  <a:gdLst>
                    <a:gd name="textAreaLeft" fmla="*/ 0 w 54360"/>
                    <a:gd name="textAreaRight" fmla="*/ 54720 w 54360"/>
                    <a:gd name="textAreaTop" fmla="*/ 0 h 108720"/>
                    <a:gd name="textAreaBottom" fmla="*/ 109080 h 108720"/>
                  </a:gdLst>
                  <a:ahLst/>
                  <a:cxnLst/>
                  <a:rect l="textAreaLeft" t="textAreaTop" r="textAreaRight" b="textAreaBottom"/>
                  <a:pathLst>
                    <a:path w="49625" h="9925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5" name="Google Shape;856;p28"/>
                <p:cNvSpPr/>
                <p:nvPr/>
              </p:nvSpPr>
              <p:spPr>
                <a:xfrm>
                  <a:off x="7706880" y="2372400"/>
                  <a:ext cx="54360" cy="108720"/>
                </a:xfrm>
                <a:custGeom>
                  <a:avLst/>
                  <a:gdLst>
                    <a:gd name="textAreaLeft" fmla="*/ 0 w 54360"/>
                    <a:gd name="textAreaRight" fmla="*/ 54720 w 54360"/>
                    <a:gd name="textAreaTop" fmla="*/ 0 h 108720"/>
                    <a:gd name="textAreaBottom" fmla="*/ 109080 h 108720"/>
                  </a:gdLst>
                  <a:ahLst/>
                  <a:cxnLst/>
                  <a:rect l="textAreaLeft" t="textAreaTop" r="textAreaRight" b="textAreaBottom"/>
                  <a:pathLst>
                    <a:path w="49625" h="9925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76" name="Google Shape;857;p28"/>
              <p:cNvGrpSpPr/>
              <p:nvPr/>
            </p:nvGrpSpPr>
            <p:grpSpPr>
              <a:xfrm>
                <a:off x="6996960" y="2669040"/>
                <a:ext cx="191520" cy="19440"/>
                <a:chOff x="6996960" y="2669040"/>
                <a:chExt cx="191520" cy="19440"/>
              </a:xfrm>
            </p:grpSpPr>
            <p:sp>
              <p:nvSpPr>
                <p:cNvPr id="777" name="Google Shape;858;p28"/>
                <p:cNvSpPr/>
                <p:nvPr/>
              </p:nvSpPr>
              <p:spPr>
                <a:xfrm>
                  <a:off x="699696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8" name="Google Shape;859;p28"/>
                <p:cNvSpPr/>
                <p:nvPr/>
              </p:nvSpPr>
              <p:spPr>
                <a:xfrm>
                  <a:off x="704016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9" name="Google Shape;860;p28"/>
                <p:cNvSpPr/>
                <p:nvPr/>
              </p:nvSpPr>
              <p:spPr>
                <a:xfrm>
                  <a:off x="708300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0" name="Google Shape;861;p28"/>
                <p:cNvSpPr/>
                <p:nvPr/>
              </p:nvSpPr>
              <p:spPr>
                <a:xfrm>
                  <a:off x="712620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1" name="Google Shape;862;p28"/>
                <p:cNvSpPr/>
                <p:nvPr/>
              </p:nvSpPr>
              <p:spPr>
                <a:xfrm>
                  <a:off x="716904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782" name="Google Shape;863;p28"/>
              <p:cNvSpPr/>
              <p:nvPr/>
            </p:nvSpPr>
            <p:spPr>
              <a:xfrm>
                <a:off x="6430320" y="3151800"/>
                <a:ext cx="1328760" cy="10080"/>
              </a:xfrm>
              <a:custGeom>
                <a:avLst/>
                <a:gdLst>
                  <a:gd name="textAreaLeft" fmla="*/ 0 w 1328760"/>
                  <a:gd name="textAreaRight" fmla="*/ 1329120 w 132876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1210055" h="9525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>
                <a:solidFill>
                  <a:srgbClr val="FFFFFF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83" name="Google Shape;864;p28"/>
              <p:cNvGrpSpPr/>
              <p:nvPr/>
            </p:nvGrpSpPr>
            <p:grpSpPr>
              <a:xfrm>
                <a:off x="6378120" y="2678760"/>
                <a:ext cx="504360" cy="504720"/>
                <a:chOff x="6378120" y="2678760"/>
                <a:chExt cx="504360" cy="504720"/>
              </a:xfrm>
            </p:grpSpPr>
            <p:grpSp>
              <p:nvGrpSpPr>
                <p:cNvPr id="784" name="Google Shape;865;p28"/>
                <p:cNvGrpSpPr/>
                <p:nvPr/>
              </p:nvGrpSpPr>
              <p:grpSpPr>
                <a:xfrm>
                  <a:off x="6391440" y="2692440"/>
                  <a:ext cx="488160" cy="487800"/>
                  <a:chOff x="6391440" y="2692440"/>
                  <a:chExt cx="488160" cy="487800"/>
                </a:xfrm>
              </p:grpSpPr>
              <p:sp>
                <p:nvSpPr>
                  <p:cNvPr id="785" name="Google Shape;866;p28"/>
                  <p:cNvSpPr/>
                  <p:nvPr/>
                </p:nvSpPr>
                <p:spPr>
                  <a:xfrm>
                    <a:off x="6408720" y="3170160"/>
                    <a:ext cx="426240" cy="10080"/>
                  </a:xfrm>
                  <a:custGeom>
                    <a:avLst/>
                    <a:gdLst>
                      <a:gd name="textAreaLeft" fmla="*/ 0 w 426240"/>
                      <a:gd name="textAreaRight" fmla="*/ 426600 w 426240"/>
                      <a:gd name="textAreaTop" fmla="*/ 0 h 10080"/>
                      <a:gd name="textAreaBottom" fmla="*/ 10440 h 10080"/>
                    </a:gdLst>
                    <a:ahLst/>
                    <a:cxnLst/>
                    <a:rect l="textAreaLeft" t="textAreaTop" r="textAreaRight" b="textAreaBottom"/>
                    <a:pathLst>
                      <a:path w="388048" h="9525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040" bIns="50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6" name="Google Shape;867;p28"/>
                  <p:cNvSpPr/>
                  <p:nvPr/>
                </p:nvSpPr>
                <p:spPr>
                  <a:xfrm>
                    <a:off x="6391440" y="2709360"/>
                    <a:ext cx="10080" cy="426240"/>
                  </a:xfrm>
                  <a:custGeom>
                    <a:avLst/>
                    <a:gdLst>
                      <a:gd name="textAreaLeft" fmla="*/ 0 w 10080"/>
                      <a:gd name="textAreaRight" fmla="*/ 10440 w 10080"/>
                      <a:gd name="textAreaTop" fmla="*/ 0 h 426240"/>
                      <a:gd name="textAreaBottom" fmla="*/ 426600 h 426240"/>
                    </a:gdLst>
                    <a:ahLst/>
                    <a:cxnLst/>
                    <a:rect l="textAreaLeft" t="textAreaTop" r="textAreaRight" b="textAreaBottom"/>
                    <a:pathLst>
                      <a:path w="9525" h="388048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7" name="Google Shape;868;p28"/>
                  <p:cNvSpPr/>
                  <p:nvPr/>
                </p:nvSpPr>
                <p:spPr>
                  <a:xfrm>
                    <a:off x="6425640" y="2692440"/>
                    <a:ext cx="426240" cy="10080"/>
                  </a:xfrm>
                  <a:custGeom>
                    <a:avLst/>
                    <a:gdLst>
                      <a:gd name="textAreaLeft" fmla="*/ 0 w 426240"/>
                      <a:gd name="textAreaRight" fmla="*/ 426600 w 426240"/>
                      <a:gd name="textAreaTop" fmla="*/ 0 h 10080"/>
                      <a:gd name="textAreaBottom" fmla="*/ 10440 h 10080"/>
                    </a:gdLst>
                    <a:ahLst/>
                    <a:cxnLst/>
                    <a:rect l="textAreaLeft" t="textAreaTop" r="textAreaRight" b="textAreaBottom"/>
                    <a:pathLst>
                      <a:path w="388048" h="9525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040" bIns="50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8" name="Google Shape;869;p28"/>
                  <p:cNvSpPr/>
                  <p:nvPr/>
                </p:nvSpPr>
                <p:spPr>
                  <a:xfrm>
                    <a:off x="6869520" y="2726280"/>
                    <a:ext cx="10080" cy="426240"/>
                  </a:xfrm>
                  <a:custGeom>
                    <a:avLst/>
                    <a:gdLst>
                      <a:gd name="textAreaLeft" fmla="*/ 0 w 10080"/>
                      <a:gd name="textAreaRight" fmla="*/ 10440 w 10080"/>
                      <a:gd name="textAreaTop" fmla="*/ 0 h 426240"/>
                      <a:gd name="textAreaBottom" fmla="*/ 426600 h 426240"/>
                    </a:gdLst>
                    <a:ahLst/>
                    <a:cxnLst/>
                    <a:rect l="textAreaLeft" t="textAreaTop" r="textAreaRight" b="textAreaBottom"/>
                    <a:pathLst>
                      <a:path w="9525" h="388048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789" name="Google Shape;870;p28"/>
                <p:cNvGrpSpPr/>
                <p:nvPr/>
              </p:nvGrpSpPr>
              <p:grpSpPr>
                <a:xfrm>
                  <a:off x="6378120" y="2678760"/>
                  <a:ext cx="504360" cy="504720"/>
                  <a:chOff x="6378120" y="2678760"/>
                  <a:chExt cx="504360" cy="504720"/>
                </a:xfrm>
              </p:grpSpPr>
              <p:grpSp>
                <p:nvGrpSpPr>
                  <p:cNvPr id="790" name="Google Shape;871;p28"/>
                  <p:cNvGrpSpPr/>
                  <p:nvPr/>
                </p:nvGrpSpPr>
                <p:grpSpPr>
                  <a:xfrm>
                    <a:off x="6378120" y="2678760"/>
                    <a:ext cx="504360" cy="26640"/>
                    <a:chOff x="6378120" y="2678760"/>
                    <a:chExt cx="504360" cy="26640"/>
                  </a:xfrm>
                </p:grpSpPr>
                <p:sp>
                  <p:nvSpPr>
                    <p:cNvPr id="791" name="Google Shape;872;p28"/>
                    <p:cNvSpPr/>
                    <p:nvPr/>
                  </p:nvSpPr>
                  <p:spPr>
                    <a:xfrm>
                      <a:off x="6378120" y="267876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792" name="Google Shape;873;p28"/>
                    <p:cNvSpPr/>
                    <p:nvPr/>
                  </p:nvSpPr>
                  <p:spPr>
                    <a:xfrm>
                      <a:off x="6616800" y="267876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793" name="Google Shape;874;p28"/>
                    <p:cNvSpPr/>
                    <p:nvPr/>
                  </p:nvSpPr>
                  <p:spPr>
                    <a:xfrm>
                      <a:off x="6855840" y="267876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794" name="Google Shape;875;p28"/>
                  <p:cNvGrpSpPr/>
                  <p:nvPr/>
                </p:nvGrpSpPr>
                <p:grpSpPr>
                  <a:xfrm>
                    <a:off x="6378120" y="2917800"/>
                    <a:ext cx="504360" cy="26640"/>
                    <a:chOff x="6378120" y="2917800"/>
                    <a:chExt cx="504360" cy="26640"/>
                  </a:xfrm>
                </p:grpSpPr>
                <p:sp>
                  <p:nvSpPr>
                    <p:cNvPr id="795" name="Google Shape;876;p28"/>
                    <p:cNvSpPr/>
                    <p:nvPr/>
                  </p:nvSpPr>
                  <p:spPr>
                    <a:xfrm>
                      <a:off x="6378120" y="291780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796" name="Google Shape;877;p28"/>
                    <p:cNvSpPr/>
                    <p:nvPr/>
                  </p:nvSpPr>
                  <p:spPr>
                    <a:xfrm>
                      <a:off x="6855840" y="291780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797" name="Google Shape;878;p28"/>
                  <p:cNvGrpSpPr/>
                  <p:nvPr/>
                </p:nvGrpSpPr>
                <p:grpSpPr>
                  <a:xfrm>
                    <a:off x="6378120" y="3156840"/>
                    <a:ext cx="504360" cy="26640"/>
                    <a:chOff x="6378120" y="3156840"/>
                    <a:chExt cx="504360" cy="26640"/>
                  </a:xfrm>
                </p:grpSpPr>
                <p:sp>
                  <p:nvSpPr>
                    <p:cNvPr id="798" name="Google Shape;879;p28"/>
                    <p:cNvSpPr/>
                    <p:nvPr/>
                  </p:nvSpPr>
                  <p:spPr>
                    <a:xfrm>
                      <a:off x="6378120" y="315684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799" name="Google Shape;880;p28"/>
                    <p:cNvSpPr/>
                    <p:nvPr/>
                  </p:nvSpPr>
                  <p:spPr>
                    <a:xfrm>
                      <a:off x="6616800" y="315684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00" name="Google Shape;881;p28"/>
                    <p:cNvSpPr/>
                    <p:nvPr/>
                  </p:nvSpPr>
                  <p:spPr>
                    <a:xfrm>
                      <a:off x="6855840" y="315684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</p:grpSp>
        </p:grpSp>
        <p:grpSp>
          <p:nvGrpSpPr>
            <p:cNvPr id="801" name="Google Shape;882;p28"/>
            <p:cNvGrpSpPr/>
            <p:nvPr/>
          </p:nvGrpSpPr>
          <p:grpSpPr>
            <a:xfrm>
              <a:off x="5248800" y="1817280"/>
              <a:ext cx="478800" cy="594720"/>
              <a:chOff x="5248800" y="1817280"/>
              <a:chExt cx="478800" cy="594720"/>
            </a:xfrm>
          </p:grpSpPr>
          <p:grpSp>
            <p:nvGrpSpPr>
              <p:cNvPr id="802" name="Google Shape;883;p28"/>
              <p:cNvGrpSpPr/>
              <p:nvPr/>
            </p:nvGrpSpPr>
            <p:grpSpPr>
              <a:xfrm>
                <a:off x="5248800" y="1817280"/>
                <a:ext cx="478800" cy="594720"/>
                <a:chOff x="5248800" y="1817280"/>
                <a:chExt cx="478800" cy="594720"/>
              </a:xfrm>
            </p:grpSpPr>
            <p:sp>
              <p:nvSpPr>
                <p:cNvPr id="803" name="Google Shape;884;p28"/>
                <p:cNvSpPr/>
                <p:nvPr/>
              </p:nvSpPr>
              <p:spPr>
                <a:xfrm>
                  <a:off x="5248800" y="1817280"/>
                  <a:ext cx="478800" cy="594720"/>
                </a:xfrm>
                <a:custGeom>
                  <a:avLst/>
                  <a:gdLst>
                    <a:gd name="textAreaLeft" fmla="*/ 0 w 478800"/>
                    <a:gd name="textAreaRight" fmla="*/ 479160 w 478800"/>
                    <a:gd name="textAreaTop" fmla="*/ 0 h 594720"/>
                    <a:gd name="textAreaBottom" fmla="*/ 595080 h 594720"/>
                  </a:gdLst>
                  <a:ahLst/>
                  <a:cxnLst/>
                  <a:rect l="textAreaLeft" t="textAreaTop" r="textAreaRight" b="textAreaBottom"/>
                  <a:pathLst>
                    <a:path w="435673" h="541115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04" name="Google Shape;885;p28"/>
                <p:cNvGrpSpPr/>
                <p:nvPr/>
              </p:nvGrpSpPr>
              <p:grpSpPr>
                <a:xfrm>
                  <a:off x="5498280" y="1851840"/>
                  <a:ext cx="181080" cy="45360"/>
                  <a:chOff x="5498280" y="1851840"/>
                  <a:chExt cx="181080" cy="45360"/>
                </a:xfrm>
              </p:grpSpPr>
              <p:sp>
                <p:nvSpPr>
                  <p:cNvPr id="805" name="Google Shape;886;p28"/>
                  <p:cNvSpPr/>
                  <p:nvPr/>
                </p:nvSpPr>
                <p:spPr>
                  <a:xfrm>
                    <a:off x="5634000" y="185184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8" h="41529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6" name="Google Shape;887;p28"/>
                  <p:cNvSpPr/>
                  <p:nvPr/>
                </p:nvSpPr>
                <p:spPr>
                  <a:xfrm>
                    <a:off x="5566320" y="185184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8" h="41529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7" name="Google Shape;888;p28"/>
                  <p:cNvSpPr/>
                  <p:nvPr/>
                </p:nvSpPr>
                <p:spPr>
                  <a:xfrm>
                    <a:off x="5498280" y="185184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9" h="41529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808" name="Google Shape;889;p28"/>
              <p:cNvGrpSpPr/>
              <p:nvPr/>
            </p:nvGrpSpPr>
            <p:grpSpPr>
              <a:xfrm>
                <a:off x="5287680" y="1932120"/>
                <a:ext cx="394560" cy="412560"/>
                <a:chOff x="5287680" y="1932120"/>
                <a:chExt cx="394560" cy="412560"/>
              </a:xfrm>
            </p:grpSpPr>
            <p:sp>
              <p:nvSpPr>
                <p:cNvPr id="809" name="Google Shape;890;p28"/>
                <p:cNvSpPr/>
                <p:nvPr/>
              </p:nvSpPr>
              <p:spPr>
                <a:xfrm>
                  <a:off x="5287680" y="2165400"/>
                  <a:ext cx="392760" cy="179280"/>
                </a:xfrm>
                <a:custGeom>
                  <a:avLst/>
                  <a:gdLst>
                    <a:gd name="textAreaLeft" fmla="*/ 0 w 392760"/>
                    <a:gd name="textAreaRight" fmla="*/ 393120 w 392760"/>
                    <a:gd name="textAreaTop" fmla="*/ 0 h 179280"/>
                    <a:gd name="textAreaBottom" fmla="*/ 179640 h 179280"/>
                  </a:gdLst>
                  <a:ahLst/>
                  <a:cxnLst/>
                  <a:rect l="textAreaLeft" t="textAreaTop" r="textAreaRight" b="textAreaBottom"/>
                  <a:pathLst>
                    <a:path w="357473" h="163258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10" name="Google Shape;891;p28"/>
                <p:cNvSpPr/>
                <p:nvPr/>
              </p:nvSpPr>
              <p:spPr>
                <a:xfrm>
                  <a:off x="5293440" y="1932120"/>
                  <a:ext cx="388800" cy="197640"/>
                </a:xfrm>
                <a:custGeom>
                  <a:avLst/>
                  <a:gdLst>
                    <a:gd name="textAreaLeft" fmla="*/ 0 w 388800"/>
                    <a:gd name="textAreaRight" fmla="*/ 389160 w 388800"/>
                    <a:gd name="textAreaTop" fmla="*/ 0 h 197640"/>
                    <a:gd name="textAreaBottom" fmla="*/ 198000 h 197640"/>
                  </a:gdLst>
                  <a:ahLst/>
                  <a:cxnLst/>
                  <a:rect l="textAreaLeft" t="textAreaTop" r="textAreaRight" b="textAreaBottom"/>
                  <a:pathLst>
                    <a:path w="353948" h="180117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11" name="Google Shape;892;p28"/>
            <p:cNvGrpSpPr/>
            <p:nvPr/>
          </p:nvGrpSpPr>
          <p:grpSpPr>
            <a:xfrm>
              <a:off x="7810920" y="2543040"/>
              <a:ext cx="1047600" cy="27000"/>
              <a:chOff x="7810920" y="2543040"/>
              <a:chExt cx="1047600" cy="27000"/>
            </a:xfrm>
          </p:grpSpPr>
          <p:sp>
            <p:nvSpPr>
              <p:cNvPr id="812" name="Google Shape;893;p28"/>
              <p:cNvSpPr/>
              <p:nvPr/>
            </p:nvSpPr>
            <p:spPr>
              <a:xfrm>
                <a:off x="7823880" y="2556720"/>
                <a:ext cx="1021680" cy="10080"/>
              </a:xfrm>
              <a:custGeom>
                <a:avLst/>
                <a:gdLst>
                  <a:gd name="textAreaLeft" fmla="*/ 0 w 1021680"/>
                  <a:gd name="textAreaRight" fmla="*/ 1022040 w 102168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929354" h="9525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>
                <a:solidFill>
                  <a:srgbClr val="6F7082"/>
                </a:solidFill>
                <a:prstDash val="dashDot"/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3" name="Google Shape;894;p28"/>
              <p:cNvSpPr/>
              <p:nvPr/>
            </p:nvSpPr>
            <p:spPr>
              <a:xfrm>
                <a:off x="8831520" y="254304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4" h="24765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4" name="Google Shape;895;p28"/>
              <p:cNvSpPr/>
              <p:nvPr/>
            </p:nvSpPr>
            <p:spPr>
              <a:xfrm>
                <a:off x="7810920" y="254304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4" h="24765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15" name="Google Shape;896;p28"/>
            <p:cNvGrpSpPr/>
            <p:nvPr/>
          </p:nvGrpSpPr>
          <p:grpSpPr>
            <a:xfrm>
              <a:off x="8348400" y="2013480"/>
              <a:ext cx="657360" cy="856440"/>
              <a:chOff x="8348400" y="2013480"/>
              <a:chExt cx="657360" cy="856440"/>
            </a:xfrm>
          </p:grpSpPr>
          <p:grpSp>
            <p:nvGrpSpPr>
              <p:cNvPr id="816" name="Google Shape;897;p28"/>
              <p:cNvGrpSpPr/>
              <p:nvPr/>
            </p:nvGrpSpPr>
            <p:grpSpPr>
              <a:xfrm>
                <a:off x="8348400" y="2013480"/>
                <a:ext cx="657360" cy="856440"/>
                <a:chOff x="8348400" y="2013480"/>
                <a:chExt cx="657360" cy="856440"/>
              </a:xfrm>
            </p:grpSpPr>
            <p:sp>
              <p:nvSpPr>
                <p:cNvPr id="817" name="Google Shape;898;p28"/>
                <p:cNvSpPr/>
                <p:nvPr/>
              </p:nvSpPr>
              <p:spPr>
                <a:xfrm>
                  <a:off x="8348400" y="2013480"/>
                  <a:ext cx="657360" cy="856440"/>
                </a:xfrm>
                <a:custGeom>
                  <a:avLst/>
                  <a:gdLst>
                    <a:gd name="textAreaLeft" fmla="*/ 0 w 657360"/>
                    <a:gd name="textAreaRight" fmla="*/ 657720 w 657360"/>
                    <a:gd name="textAreaTop" fmla="*/ 0 h 856440"/>
                    <a:gd name="textAreaBottom" fmla="*/ 856800 h 856440"/>
                  </a:gdLst>
                  <a:ahLst/>
                  <a:cxnLst/>
                  <a:rect l="textAreaLeft" t="textAreaTop" r="textAreaRight" b="textAreaBottom"/>
                  <a:pathLst>
                    <a:path w="598074" h="779145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18" name="Google Shape;899;p28"/>
                <p:cNvGrpSpPr/>
                <p:nvPr/>
              </p:nvGrpSpPr>
              <p:grpSpPr>
                <a:xfrm>
                  <a:off x="8776800" y="2047680"/>
                  <a:ext cx="180720" cy="45360"/>
                  <a:chOff x="8776800" y="2047680"/>
                  <a:chExt cx="180720" cy="45360"/>
                </a:xfrm>
              </p:grpSpPr>
              <p:sp>
                <p:nvSpPr>
                  <p:cNvPr id="819" name="Google Shape;900;p28"/>
                  <p:cNvSpPr/>
                  <p:nvPr/>
                </p:nvSpPr>
                <p:spPr>
                  <a:xfrm>
                    <a:off x="8912160" y="204768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8" h="41528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0" name="Google Shape;901;p28"/>
                  <p:cNvSpPr/>
                  <p:nvPr/>
                </p:nvSpPr>
                <p:spPr>
                  <a:xfrm>
                    <a:off x="8844480" y="204768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9" h="41528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1" name="Google Shape;902;p28"/>
                  <p:cNvSpPr/>
                  <p:nvPr/>
                </p:nvSpPr>
                <p:spPr>
                  <a:xfrm>
                    <a:off x="8776800" y="204768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9" h="41528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822" name="Google Shape;903;p28"/>
              <p:cNvGrpSpPr/>
              <p:nvPr/>
            </p:nvGrpSpPr>
            <p:grpSpPr>
              <a:xfrm>
                <a:off x="8426520" y="2190960"/>
                <a:ext cx="504000" cy="527040"/>
                <a:chOff x="8426520" y="2190960"/>
                <a:chExt cx="504000" cy="527040"/>
              </a:xfrm>
            </p:grpSpPr>
            <p:sp>
              <p:nvSpPr>
                <p:cNvPr id="823" name="Google Shape;904;p28"/>
                <p:cNvSpPr/>
                <p:nvPr/>
              </p:nvSpPr>
              <p:spPr>
                <a:xfrm>
                  <a:off x="8426520" y="2489040"/>
                  <a:ext cx="501840" cy="228960"/>
                </a:xfrm>
                <a:custGeom>
                  <a:avLst/>
                  <a:gdLst>
                    <a:gd name="textAreaLeft" fmla="*/ 0 w 501840"/>
                    <a:gd name="textAreaRight" fmla="*/ 502200 w 501840"/>
                    <a:gd name="textAreaTop" fmla="*/ 0 h 228960"/>
                    <a:gd name="textAreaBottom" fmla="*/ 229320 h 228960"/>
                  </a:gdLst>
                  <a:ahLst/>
                  <a:cxnLst/>
                  <a:rect l="textAreaLeft" t="textAreaTop" r="textAreaRight" b="textAreaBottom"/>
                  <a:pathLst>
                    <a:path w="456723" h="208597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24" name="Google Shape;905;p28"/>
                <p:cNvSpPr/>
                <p:nvPr/>
              </p:nvSpPr>
              <p:spPr>
                <a:xfrm>
                  <a:off x="8433720" y="2190960"/>
                  <a:ext cx="496800" cy="252720"/>
                </a:xfrm>
                <a:custGeom>
                  <a:avLst/>
                  <a:gdLst>
                    <a:gd name="textAreaLeft" fmla="*/ 0 w 496800"/>
                    <a:gd name="textAreaRight" fmla="*/ 497160 w 496800"/>
                    <a:gd name="textAreaTop" fmla="*/ 0 h 252720"/>
                    <a:gd name="textAreaBottom" fmla="*/ 253080 h 252720"/>
                  </a:gdLst>
                  <a:ahLst/>
                  <a:cxnLst/>
                  <a:rect l="textAreaLeft" t="textAreaTop" r="textAreaRight" b="textAreaBottom"/>
                  <a:pathLst>
                    <a:path w="452246" h="230219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25" name="Google Shape;906;p28"/>
            <p:cNvGrpSpPr/>
            <p:nvPr/>
          </p:nvGrpSpPr>
          <p:grpSpPr>
            <a:xfrm>
              <a:off x="5165280" y="2950920"/>
              <a:ext cx="645120" cy="1166400"/>
              <a:chOff x="5165280" y="2950920"/>
              <a:chExt cx="645120" cy="1166400"/>
            </a:xfrm>
          </p:grpSpPr>
          <p:grpSp>
            <p:nvGrpSpPr>
              <p:cNvPr id="826" name="Google Shape;907;p28"/>
              <p:cNvGrpSpPr/>
              <p:nvPr/>
            </p:nvGrpSpPr>
            <p:grpSpPr>
              <a:xfrm>
                <a:off x="5165280" y="2950920"/>
                <a:ext cx="645120" cy="1166400"/>
                <a:chOff x="5165280" y="2950920"/>
                <a:chExt cx="645120" cy="1166400"/>
              </a:xfrm>
            </p:grpSpPr>
            <p:grpSp>
              <p:nvGrpSpPr>
                <p:cNvPr id="827" name="Google Shape;908;p28"/>
                <p:cNvGrpSpPr/>
                <p:nvPr/>
              </p:nvGrpSpPr>
              <p:grpSpPr>
                <a:xfrm>
                  <a:off x="5165280" y="2950920"/>
                  <a:ext cx="645120" cy="1166400"/>
                  <a:chOff x="5165280" y="2950920"/>
                  <a:chExt cx="645120" cy="1166400"/>
                </a:xfrm>
              </p:grpSpPr>
              <p:sp>
                <p:nvSpPr>
                  <p:cNvPr id="828" name="Google Shape;909;p28"/>
                  <p:cNvSpPr/>
                  <p:nvPr/>
                </p:nvSpPr>
                <p:spPr>
                  <a:xfrm>
                    <a:off x="5165280" y="2950920"/>
                    <a:ext cx="645120" cy="1166400"/>
                  </a:xfrm>
                  <a:custGeom>
                    <a:avLst/>
                    <a:gdLst>
                      <a:gd name="textAreaLeft" fmla="*/ 0 w 645120"/>
                      <a:gd name="textAreaRight" fmla="*/ 645480 w 645120"/>
                      <a:gd name="textAreaTop" fmla="*/ 0 h 1166400"/>
                      <a:gd name="textAreaBottom" fmla="*/ 1166760 h 1166400"/>
                    </a:gdLst>
                    <a:ahLst/>
                    <a:cxnLst/>
                    <a:rect l="textAreaLeft" t="textAreaTop" r="textAreaRight" b="textAreaBottom"/>
                    <a:pathLst>
                      <a:path w="587120" h="1061085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9" name="Google Shape;910;p28"/>
                  <p:cNvSpPr/>
                  <p:nvPr/>
                </p:nvSpPr>
                <p:spPr>
                  <a:xfrm>
                    <a:off x="5401440" y="2987280"/>
                    <a:ext cx="172440" cy="27720"/>
                  </a:xfrm>
                  <a:custGeom>
                    <a:avLst/>
                    <a:gdLst>
                      <a:gd name="textAreaLeft" fmla="*/ 0 w 172440"/>
                      <a:gd name="textAreaRight" fmla="*/ 172800 w 172440"/>
                      <a:gd name="textAreaTop" fmla="*/ 0 h 27720"/>
                      <a:gd name="textAreaBottom" fmla="*/ 28080 h 27720"/>
                    </a:gdLst>
                    <a:ahLst/>
                    <a:cxnLst/>
                    <a:rect l="textAreaLeft" t="textAreaTop" r="textAreaRight" b="textAreaBottom"/>
                    <a:pathLst>
                      <a:path w="157162" h="25527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040" bIns="140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830" name="Google Shape;911;p28"/>
                <p:cNvSpPr/>
                <p:nvPr/>
              </p:nvSpPr>
              <p:spPr>
                <a:xfrm>
                  <a:off x="5210640" y="3096000"/>
                  <a:ext cx="553320" cy="853920"/>
                </a:xfrm>
                <a:custGeom>
                  <a:avLst/>
                  <a:gdLst>
                    <a:gd name="textAreaLeft" fmla="*/ 0 w 553320"/>
                    <a:gd name="textAreaRight" fmla="*/ 553680 w 553320"/>
                    <a:gd name="textAreaTop" fmla="*/ 0 h 853920"/>
                    <a:gd name="textAreaBottom" fmla="*/ 854280 h 853920"/>
                  </a:gdLst>
                  <a:ahLst/>
                  <a:cxnLst/>
                  <a:rect l="textAreaLeft" t="textAreaTop" r="textAreaRight" b="textAreaBottom"/>
                  <a:pathLst>
                    <a:path w="504158" h="777906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31" name="Google Shape;912;p28"/>
                <p:cNvGrpSpPr/>
                <p:nvPr/>
              </p:nvGrpSpPr>
              <p:grpSpPr>
                <a:xfrm>
                  <a:off x="5275440" y="3575160"/>
                  <a:ext cx="425160" cy="172440"/>
                  <a:chOff x="5275440" y="3575160"/>
                  <a:chExt cx="425160" cy="172440"/>
                </a:xfrm>
              </p:grpSpPr>
              <p:grpSp>
                <p:nvGrpSpPr>
                  <p:cNvPr id="832" name="Google Shape;913;p28"/>
                  <p:cNvGrpSpPr/>
                  <p:nvPr/>
                </p:nvGrpSpPr>
                <p:grpSpPr>
                  <a:xfrm>
                    <a:off x="5275440" y="3575160"/>
                    <a:ext cx="425160" cy="172440"/>
                    <a:chOff x="5275440" y="3575160"/>
                    <a:chExt cx="425160" cy="172440"/>
                  </a:xfrm>
                </p:grpSpPr>
                <p:grpSp>
                  <p:nvGrpSpPr>
                    <p:cNvPr id="833" name="Google Shape;914;p28"/>
                    <p:cNvGrpSpPr/>
                    <p:nvPr/>
                  </p:nvGrpSpPr>
                  <p:grpSpPr>
                    <a:xfrm>
                      <a:off x="5275440" y="3575160"/>
                      <a:ext cx="425160" cy="71640"/>
                      <a:chOff x="5275440" y="3575160"/>
                      <a:chExt cx="425160" cy="71640"/>
                    </a:xfrm>
                  </p:grpSpPr>
                  <p:sp>
                    <p:nvSpPr>
                      <p:cNvPr id="834" name="Google Shape;915;p28"/>
                      <p:cNvSpPr/>
                      <p:nvPr/>
                    </p:nvSpPr>
                    <p:spPr>
                      <a:xfrm>
                        <a:off x="5275440" y="3575160"/>
                        <a:ext cx="425160" cy="71640"/>
                      </a:xfrm>
                      <a:custGeom>
                        <a:avLst/>
                        <a:gdLst>
                          <a:gd name="textAreaLeft" fmla="*/ 0 w 425160"/>
                          <a:gd name="textAreaRight" fmla="*/ 425520 w 425160"/>
                          <a:gd name="textAreaTop" fmla="*/ 0 h 71640"/>
                          <a:gd name="textAreaBottom" fmla="*/ 72000 h 7164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86905" h="65532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36000" bIns="360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s-PE" sz="18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835" name="Google Shape;916;p28"/>
                      <p:cNvSpPr/>
                      <p:nvPr/>
                    </p:nvSpPr>
                    <p:spPr>
                      <a:xfrm>
                        <a:off x="5289120" y="3589200"/>
                        <a:ext cx="411120" cy="57600"/>
                      </a:xfrm>
                      <a:custGeom>
                        <a:avLst/>
                        <a:gdLst>
                          <a:gd name="textAreaLeft" fmla="*/ 0 w 411120"/>
                          <a:gd name="textAreaRight" fmla="*/ 411480 w 411120"/>
                          <a:gd name="textAreaTop" fmla="*/ 0 h 57600"/>
                          <a:gd name="textAreaBottom" fmla="*/ 57960 h 5760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74141" h="52864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28800" bIns="288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s-PE" sz="18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  <p:grpSp>
                  <p:nvGrpSpPr>
                    <p:cNvPr id="836" name="Google Shape;917;p28"/>
                    <p:cNvGrpSpPr/>
                    <p:nvPr/>
                  </p:nvGrpSpPr>
                  <p:grpSpPr>
                    <a:xfrm>
                      <a:off x="5275440" y="3675960"/>
                      <a:ext cx="425160" cy="71640"/>
                      <a:chOff x="5275440" y="3675960"/>
                      <a:chExt cx="425160" cy="71640"/>
                    </a:xfrm>
                  </p:grpSpPr>
                  <p:sp>
                    <p:nvSpPr>
                      <p:cNvPr id="837" name="Google Shape;918;p28"/>
                      <p:cNvSpPr/>
                      <p:nvPr/>
                    </p:nvSpPr>
                    <p:spPr>
                      <a:xfrm>
                        <a:off x="5275440" y="3675960"/>
                        <a:ext cx="425160" cy="71640"/>
                      </a:xfrm>
                      <a:custGeom>
                        <a:avLst/>
                        <a:gdLst>
                          <a:gd name="textAreaLeft" fmla="*/ 0 w 425160"/>
                          <a:gd name="textAreaRight" fmla="*/ 425520 w 425160"/>
                          <a:gd name="textAreaTop" fmla="*/ 0 h 71640"/>
                          <a:gd name="textAreaBottom" fmla="*/ 72000 h 7164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86905" h="65532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36000" bIns="360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s-PE" sz="18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838" name="Google Shape;919;p28"/>
                      <p:cNvSpPr/>
                      <p:nvPr/>
                    </p:nvSpPr>
                    <p:spPr>
                      <a:xfrm>
                        <a:off x="5289120" y="3689640"/>
                        <a:ext cx="411120" cy="57600"/>
                      </a:xfrm>
                      <a:custGeom>
                        <a:avLst/>
                        <a:gdLst>
                          <a:gd name="textAreaLeft" fmla="*/ 0 w 411120"/>
                          <a:gd name="textAreaRight" fmla="*/ 411480 w 411120"/>
                          <a:gd name="textAreaTop" fmla="*/ 0 h 57600"/>
                          <a:gd name="textAreaBottom" fmla="*/ 57960 h 5760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74141" h="52864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28800" bIns="288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s-PE" sz="1800" b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grpSp>
                <p:nvGrpSpPr>
                  <p:cNvPr id="839" name="Google Shape;920;p28"/>
                  <p:cNvGrpSpPr/>
                  <p:nvPr/>
                </p:nvGrpSpPr>
                <p:grpSpPr>
                  <a:xfrm>
                    <a:off x="5398560" y="3610800"/>
                    <a:ext cx="194760" cy="16200"/>
                    <a:chOff x="5398560" y="3610800"/>
                    <a:chExt cx="194760" cy="16200"/>
                  </a:xfrm>
                </p:grpSpPr>
                <p:sp>
                  <p:nvSpPr>
                    <p:cNvPr id="840" name="Google Shape;921;p28"/>
                    <p:cNvSpPr/>
                    <p:nvPr/>
                  </p:nvSpPr>
                  <p:spPr>
                    <a:xfrm>
                      <a:off x="539856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41" name="Google Shape;922;p28"/>
                    <p:cNvSpPr/>
                    <p:nvPr/>
                  </p:nvSpPr>
                  <p:spPr>
                    <a:xfrm>
                      <a:off x="544320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42" name="Google Shape;923;p28"/>
                    <p:cNvSpPr/>
                    <p:nvPr/>
                  </p:nvSpPr>
                  <p:spPr>
                    <a:xfrm>
                      <a:off x="548784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43" name="Google Shape;924;p28"/>
                    <p:cNvSpPr/>
                    <p:nvPr/>
                  </p:nvSpPr>
                  <p:spPr>
                    <a:xfrm>
                      <a:off x="553248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44" name="Google Shape;925;p28"/>
                    <p:cNvSpPr/>
                    <p:nvPr/>
                  </p:nvSpPr>
                  <p:spPr>
                    <a:xfrm>
                      <a:off x="557712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845" name="Google Shape;926;p28"/>
                  <p:cNvGrpSpPr/>
                  <p:nvPr/>
                </p:nvGrpSpPr>
                <p:grpSpPr>
                  <a:xfrm>
                    <a:off x="5398560" y="3707280"/>
                    <a:ext cx="194760" cy="16200"/>
                    <a:chOff x="5398560" y="3707280"/>
                    <a:chExt cx="194760" cy="16200"/>
                  </a:xfrm>
                </p:grpSpPr>
                <p:sp>
                  <p:nvSpPr>
                    <p:cNvPr id="846" name="Google Shape;927;p28"/>
                    <p:cNvSpPr/>
                    <p:nvPr/>
                  </p:nvSpPr>
                  <p:spPr>
                    <a:xfrm>
                      <a:off x="539856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47" name="Google Shape;928;p28"/>
                    <p:cNvSpPr/>
                    <p:nvPr/>
                  </p:nvSpPr>
                  <p:spPr>
                    <a:xfrm>
                      <a:off x="544320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48" name="Google Shape;929;p28"/>
                    <p:cNvSpPr/>
                    <p:nvPr/>
                  </p:nvSpPr>
                  <p:spPr>
                    <a:xfrm>
                      <a:off x="548784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49" name="Google Shape;930;p28"/>
                    <p:cNvSpPr/>
                    <p:nvPr/>
                  </p:nvSpPr>
                  <p:spPr>
                    <a:xfrm>
                      <a:off x="553248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850" name="Google Shape;931;p28"/>
                    <p:cNvSpPr/>
                    <p:nvPr/>
                  </p:nvSpPr>
                  <p:spPr>
                    <a:xfrm>
                      <a:off x="557712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grpSp>
              <p:nvGrpSpPr>
                <p:cNvPr id="851" name="Google Shape;932;p28"/>
                <p:cNvGrpSpPr/>
                <p:nvPr/>
              </p:nvGrpSpPr>
              <p:grpSpPr>
                <a:xfrm>
                  <a:off x="5346000" y="3207960"/>
                  <a:ext cx="283680" cy="283680"/>
                  <a:chOff x="5346000" y="3207960"/>
                  <a:chExt cx="283680" cy="283680"/>
                </a:xfrm>
              </p:grpSpPr>
              <p:sp>
                <p:nvSpPr>
                  <p:cNvPr id="852" name="Google Shape;933;p28"/>
                  <p:cNvSpPr/>
                  <p:nvPr/>
                </p:nvSpPr>
                <p:spPr>
                  <a:xfrm>
                    <a:off x="5346000" y="3207960"/>
                    <a:ext cx="283680" cy="283680"/>
                  </a:xfrm>
                  <a:custGeom>
                    <a:avLst/>
                    <a:gdLst>
                      <a:gd name="textAreaLeft" fmla="*/ 0 w 283680"/>
                      <a:gd name="textAreaRight" fmla="*/ 284040 w 283680"/>
                      <a:gd name="textAreaTop" fmla="*/ 0 h 283680"/>
                      <a:gd name="textAreaBottom" fmla="*/ 284040 h 283680"/>
                    </a:gdLst>
                    <a:ahLst/>
                    <a:cxnLst/>
                    <a:rect l="textAreaLeft" t="textAreaTop" r="textAreaRight" b="textAreaBottom"/>
                    <a:pathLst>
                      <a:path w="258413" h="258317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3" name="Google Shape;934;p28"/>
                  <p:cNvSpPr/>
                  <p:nvPr/>
                </p:nvSpPr>
                <p:spPr>
                  <a:xfrm>
                    <a:off x="5376600" y="3258720"/>
                    <a:ext cx="222480" cy="232920"/>
                  </a:xfrm>
                  <a:custGeom>
                    <a:avLst/>
                    <a:gdLst>
                      <a:gd name="textAreaLeft" fmla="*/ 0 w 222480"/>
                      <a:gd name="textAreaRight" fmla="*/ 222840 w 222480"/>
                      <a:gd name="textAreaTop" fmla="*/ 0 h 232920"/>
                      <a:gd name="textAreaBottom" fmla="*/ 233280 h 232920"/>
                    </a:gdLst>
                    <a:ahLst/>
                    <a:cxnLst/>
                    <a:rect l="textAreaLeft" t="textAreaTop" r="textAreaRight" b="textAreaBottom"/>
                    <a:pathLst>
                      <a:path w="202501" h="212216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54" name="Google Shape;935;p28"/>
              <p:cNvSpPr/>
              <p:nvPr/>
            </p:nvSpPr>
            <p:spPr>
              <a:xfrm>
                <a:off x="5401440" y="4012920"/>
                <a:ext cx="172440" cy="27720"/>
              </a:xfrm>
              <a:custGeom>
                <a:avLst/>
                <a:gdLst>
                  <a:gd name="textAreaLeft" fmla="*/ 0 w 172440"/>
                  <a:gd name="textAreaRight" fmla="*/ 172800 w 172440"/>
                  <a:gd name="textAreaTop" fmla="*/ 0 h 27720"/>
                  <a:gd name="textAreaBottom" fmla="*/ 28080 h 27720"/>
                </a:gdLst>
                <a:ahLst/>
                <a:cxnLst/>
                <a:rect l="textAreaLeft" t="textAreaTop" r="textAreaRight" b="textAreaBottom"/>
                <a:pathLst>
                  <a:path w="157162" h="25527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040" bIns="14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" name="PlaceHolder 2">
            <a:extLst>
              <a:ext uri="{FF2B5EF4-FFF2-40B4-BE49-F238E27FC236}">
                <a16:creationId xmlns:a16="http://schemas.microsoft.com/office/drawing/2014/main" id="{FCB22DDF-F86B-D89B-3FC6-771D5BA1A396}"/>
              </a:ext>
            </a:extLst>
          </p:cNvPr>
          <p:cNvSpPr txBox="1">
            <a:spLocks/>
          </p:cNvSpPr>
          <p:nvPr/>
        </p:nvSpPr>
        <p:spPr>
          <a:xfrm>
            <a:off x="298080" y="4205160"/>
            <a:ext cx="4991040" cy="7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PE" sz="1600" dirty="0">
                <a:solidFill>
                  <a:schemeClr val="dk1"/>
                </a:solidFill>
                <a:latin typeface="Lato"/>
                <a:ea typeface="Lato"/>
              </a:rPr>
              <a:t>Integrante: Jeffrey Leyva Sosa</a:t>
            </a:r>
            <a:endParaRPr lang="es-PE" sz="16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80E1E9E-4B02-8FA9-0DD4-15545D73536E}"/>
              </a:ext>
            </a:extLst>
          </p:cNvPr>
          <p:cNvSpPr txBox="1">
            <a:spLocks/>
          </p:cNvSpPr>
          <p:nvPr/>
        </p:nvSpPr>
        <p:spPr>
          <a:xfrm>
            <a:off x="284940" y="3836160"/>
            <a:ext cx="4991040" cy="7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PE" sz="1600" dirty="0">
                <a:solidFill>
                  <a:schemeClr val="dk1"/>
                </a:solidFill>
                <a:latin typeface="Lato"/>
                <a:ea typeface="Lato"/>
              </a:rPr>
              <a:t>Curso: Marcos de Desarrollo Web</a:t>
            </a:r>
            <a:endParaRPr lang="es-PE" sz="1600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966;p31"/>
          <p:cNvSpPr/>
          <p:nvPr/>
        </p:nvSpPr>
        <p:spPr>
          <a:xfrm rot="4500000">
            <a:off x="4600800" y="7200"/>
            <a:ext cx="5575320" cy="4866840"/>
          </a:xfrm>
          <a:custGeom>
            <a:avLst/>
            <a:gdLst>
              <a:gd name="textAreaLeft" fmla="*/ 0 w 5575320"/>
              <a:gd name="textAreaRight" fmla="*/ 5575680 w 5575320"/>
              <a:gd name="textAreaTop" fmla="*/ 0 h 4866840"/>
              <a:gd name="textAreaBottom" fmla="*/ 4867200 h 4866840"/>
            </a:gdLst>
            <a:ahLst/>
            <a:cxnLst/>
            <a:rect l="textAreaLeft" t="textAreaTop" r="textAreaRight" b="textAreaBottom"/>
            <a:pathLst>
              <a:path w="45721" h="44028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PE" sz="1800" b="0" u="none" strike="noStrike" noProof="0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809640" y="762480"/>
            <a:ext cx="2800080" cy="1009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3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Introducción</a:t>
            </a:r>
            <a:endParaRPr lang="es-PE" sz="3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 type="subTitle"/>
          </p:nvPr>
        </p:nvSpPr>
        <p:spPr>
          <a:xfrm>
            <a:off x="809640" y="1771920"/>
            <a:ext cx="4295520" cy="236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s-MX" sz="1200" dirty="0" err="1">
                <a:solidFill>
                  <a:schemeClr val="dk1"/>
                </a:solidFill>
                <a:latin typeface="Lato"/>
                <a:ea typeface="Lato"/>
              </a:rPr>
              <a:t>Focuss</a:t>
            </a: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 es una aplicación web de estudio y productividad diseñada para ayudar a los usuarios a organizar sus tareas, gestionar su tiempo de estudio y mejorar sus hábitos de aprendizaje.</a:t>
            </a:r>
          </a:p>
          <a:p>
            <a:pPr>
              <a:lnSpc>
                <a:spcPct val="150000"/>
              </a:lnSpc>
            </a:pP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La aplicación permite acceder a diferentes módulos como tareas, </a:t>
            </a:r>
            <a:r>
              <a:rPr lang="es-MX" sz="1200" dirty="0" err="1">
                <a:solidFill>
                  <a:schemeClr val="dk1"/>
                </a:solidFill>
                <a:latin typeface="Lato"/>
                <a:ea typeface="Lato"/>
              </a:rPr>
              <a:t>pomodoro</a:t>
            </a: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, estadísticas y metas, todo dentro de una interfaz moderna, sencilla y responsiva que se adapta a cualquier dispositivo.</a:t>
            </a:r>
          </a:p>
        </p:txBody>
      </p:sp>
      <p:sp>
        <p:nvSpPr>
          <p:cNvPr id="858" name="Google Shape;969;p31"/>
          <p:cNvSpPr/>
          <p:nvPr/>
        </p:nvSpPr>
        <p:spPr>
          <a:xfrm>
            <a:off x="5668920" y="1076400"/>
            <a:ext cx="2990160" cy="299016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PE" sz="18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59" name="Google Shape;970;p31"/>
          <p:cNvGrpSpPr/>
          <p:nvPr/>
        </p:nvGrpSpPr>
        <p:grpSpPr>
          <a:xfrm>
            <a:off x="7875720" y="386640"/>
            <a:ext cx="997560" cy="1575000"/>
            <a:chOff x="7875720" y="386640"/>
            <a:chExt cx="997560" cy="1575000"/>
          </a:xfrm>
        </p:grpSpPr>
        <p:grpSp>
          <p:nvGrpSpPr>
            <p:cNvPr id="860" name="Google Shape;971;p31"/>
            <p:cNvGrpSpPr/>
            <p:nvPr/>
          </p:nvGrpSpPr>
          <p:grpSpPr>
            <a:xfrm>
              <a:off x="7875720" y="386640"/>
              <a:ext cx="919440" cy="317520"/>
              <a:chOff x="7875720" y="386640"/>
              <a:chExt cx="919440" cy="317520"/>
            </a:xfrm>
          </p:grpSpPr>
          <p:sp>
            <p:nvSpPr>
              <p:cNvPr id="861" name="Google Shape;972;p31"/>
              <p:cNvSpPr/>
              <p:nvPr/>
            </p:nvSpPr>
            <p:spPr>
              <a:xfrm>
                <a:off x="7875720" y="386640"/>
                <a:ext cx="919440" cy="317520"/>
              </a:xfrm>
              <a:custGeom>
                <a:avLst/>
                <a:gdLst>
                  <a:gd name="textAreaLeft" fmla="*/ 0 w 919440"/>
                  <a:gd name="textAreaRight" fmla="*/ 919800 w 919440"/>
                  <a:gd name="textAreaTop" fmla="*/ 0 h 317520"/>
                  <a:gd name="textAreaBottom" fmla="*/ 317880 h 317520"/>
                </a:gdLst>
                <a:ahLst/>
                <a:cxnLst/>
                <a:rect l="textAreaLeft" t="textAreaTop" r="textAreaRight" b="textAreaBottom"/>
                <a:pathLst>
                  <a:path w="652843" h="225742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2" name="Google Shape;973;p31"/>
              <p:cNvSpPr/>
              <p:nvPr/>
            </p:nvSpPr>
            <p:spPr>
              <a:xfrm>
                <a:off x="7955280" y="437760"/>
                <a:ext cx="212760" cy="212760"/>
              </a:xfrm>
              <a:custGeom>
                <a:avLst/>
                <a:gdLst>
                  <a:gd name="textAreaLeft" fmla="*/ 0 w 212760"/>
                  <a:gd name="textAreaRight" fmla="*/ 213120 w 212760"/>
                  <a:gd name="textAreaTop" fmla="*/ 0 h 212760"/>
                  <a:gd name="textAreaBottom" fmla="*/ 213120 h 212760"/>
                </a:gdLst>
                <a:ahLst/>
                <a:cxnLst/>
                <a:rect l="textAreaLeft" t="textAreaTop" r="textAreaRight" b="textAreaBottom"/>
                <a:pathLst>
                  <a:path w="151161" h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863" name="Google Shape;974;p31"/>
              <p:cNvGrpSpPr/>
              <p:nvPr/>
            </p:nvGrpSpPr>
            <p:grpSpPr>
              <a:xfrm>
                <a:off x="8236440" y="443880"/>
                <a:ext cx="467280" cy="200880"/>
                <a:chOff x="8236440" y="443880"/>
                <a:chExt cx="467280" cy="200880"/>
              </a:xfrm>
            </p:grpSpPr>
            <p:sp>
              <p:nvSpPr>
                <p:cNvPr id="864" name="Google Shape;975;p31"/>
                <p:cNvSpPr/>
                <p:nvPr/>
              </p:nvSpPr>
              <p:spPr>
                <a:xfrm>
                  <a:off x="8236440" y="44388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5" name="Google Shape;976;p31"/>
                <p:cNvSpPr/>
                <p:nvPr/>
              </p:nvSpPr>
              <p:spPr>
                <a:xfrm>
                  <a:off x="8236440" y="501480"/>
                  <a:ext cx="394560" cy="28440"/>
                </a:xfrm>
                <a:custGeom>
                  <a:avLst/>
                  <a:gdLst>
                    <a:gd name="textAreaLeft" fmla="*/ 0 w 394560"/>
                    <a:gd name="textAreaRight" fmla="*/ 394920 w 39456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80320" h="20383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6" name="Google Shape;977;p31"/>
                <p:cNvSpPr/>
                <p:nvPr/>
              </p:nvSpPr>
              <p:spPr>
                <a:xfrm>
                  <a:off x="8236440" y="55872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7" name="Google Shape;978;p31"/>
                <p:cNvSpPr/>
                <p:nvPr/>
              </p:nvSpPr>
              <p:spPr>
                <a:xfrm>
                  <a:off x="8236440" y="616320"/>
                  <a:ext cx="241200" cy="2844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171545" h="20383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68" name="Google Shape;979;p31"/>
            <p:cNvGrpSpPr/>
            <p:nvPr/>
          </p:nvGrpSpPr>
          <p:grpSpPr>
            <a:xfrm>
              <a:off x="7875720" y="805680"/>
              <a:ext cx="919440" cy="317520"/>
              <a:chOff x="7875720" y="805680"/>
              <a:chExt cx="919440" cy="317520"/>
            </a:xfrm>
          </p:grpSpPr>
          <p:sp>
            <p:nvSpPr>
              <p:cNvPr id="869" name="Google Shape;980;p31"/>
              <p:cNvSpPr/>
              <p:nvPr/>
            </p:nvSpPr>
            <p:spPr>
              <a:xfrm>
                <a:off x="7875720" y="805680"/>
                <a:ext cx="919440" cy="317520"/>
              </a:xfrm>
              <a:custGeom>
                <a:avLst/>
                <a:gdLst>
                  <a:gd name="textAreaLeft" fmla="*/ 0 w 919440"/>
                  <a:gd name="textAreaRight" fmla="*/ 919800 w 919440"/>
                  <a:gd name="textAreaTop" fmla="*/ 0 h 317520"/>
                  <a:gd name="textAreaBottom" fmla="*/ 317880 h 317520"/>
                </a:gdLst>
                <a:ahLst/>
                <a:cxnLst/>
                <a:rect l="textAreaLeft" t="textAreaTop" r="textAreaRight" b="textAreaBottom"/>
                <a:pathLst>
                  <a:path w="652843" h="225742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0" name="Google Shape;981;p31"/>
              <p:cNvSpPr/>
              <p:nvPr/>
            </p:nvSpPr>
            <p:spPr>
              <a:xfrm>
                <a:off x="7955280" y="857160"/>
                <a:ext cx="212760" cy="212400"/>
              </a:xfrm>
              <a:custGeom>
                <a:avLst/>
                <a:gdLst>
                  <a:gd name="textAreaLeft" fmla="*/ 0 w 212760"/>
                  <a:gd name="textAreaRight" fmla="*/ 213120 w 212760"/>
                  <a:gd name="textAreaTop" fmla="*/ 0 h 212400"/>
                  <a:gd name="textAreaBottom" fmla="*/ 212760 h 212400"/>
                </a:gdLst>
                <a:ahLst/>
                <a:cxnLst/>
                <a:rect l="textAreaLeft" t="textAreaTop" r="textAreaRight" b="textAreaBottom"/>
                <a:pathLst>
                  <a:path w="151161" h="151066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871" name="Google Shape;982;p31"/>
              <p:cNvGrpSpPr/>
              <p:nvPr/>
            </p:nvGrpSpPr>
            <p:grpSpPr>
              <a:xfrm>
                <a:off x="8236440" y="862920"/>
                <a:ext cx="467640" cy="200880"/>
                <a:chOff x="8236440" y="862920"/>
                <a:chExt cx="467640" cy="200880"/>
              </a:xfrm>
            </p:grpSpPr>
            <p:sp>
              <p:nvSpPr>
                <p:cNvPr id="872" name="Google Shape;983;p31"/>
                <p:cNvSpPr/>
                <p:nvPr/>
              </p:nvSpPr>
              <p:spPr>
                <a:xfrm>
                  <a:off x="8290800" y="862920"/>
                  <a:ext cx="413280" cy="28440"/>
                </a:xfrm>
                <a:custGeom>
                  <a:avLst/>
                  <a:gdLst>
                    <a:gd name="textAreaLeft" fmla="*/ 0 w 413280"/>
                    <a:gd name="textAreaRight" fmla="*/ 413640 w 413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93655" h="20383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3" name="Google Shape;984;p31"/>
                <p:cNvSpPr/>
                <p:nvPr/>
              </p:nvSpPr>
              <p:spPr>
                <a:xfrm>
                  <a:off x="8236440" y="92052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4" name="Google Shape;985;p31"/>
                <p:cNvSpPr/>
                <p:nvPr/>
              </p:nvSpPr>
              <p:spPr>
                <a:xfrm>
                  <a:off x="8344440" y="977760"/>
                  <a:ext cx="359280" cy="28440"/>
                </a:xfrm>
                <a:custGeom>
                  <a:avLst/>
                  <a:gdLst>
                    <a:gd name="textAreaLeft" fmla="*/ 0 w 359280"/>
                    <a:gd name="textAreaRight" fmla="*/ 359640 w 359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55365" h="20383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5" name="Google Shape;986;p31"/>
                <p:cNvSpPr/>
                <p:nvPr/>
              </p:nvSpPr>
              <p:spPr>
                <a:xfrm>
                  <a:off x="8236440" y="1035360"/>
                  <a:ext cx="241200" cy="2844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171545" h="20383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876" name="Google Shape;987;p31"/>
            <p:cNvSpPr/>
            <p:nvPr/>
          </p:nvSpPr>
          <p:spPr>
            <a:xfrm>
              <a:off x="8026920" y="921960"/>
              <a:ext cx="71280" cy="8496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50734" h="60632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480" bIns="42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77" name="Google Shape;988;p31"/>
            <p:cNvGrpSpPr/>
            <p:nvPr/>
          </p:nvGrpSpPr>
          <p:grpSpPr>
            <a:xfrm>
              <a:off x="7875720" y="1225080"/>
              <a:ext cx="919440" cy="317520"/>
              <a:chOff x="7875720" y="1225080"/>
              <a:chExt cx="919440" cy="317520"/>
            </a:xfrm>
          </p:grpSpPr>
          <p:sp>
            <p:nvSpPr>
              <p:cNvPr id="878" name="Google Shape;989;p31"/>
              <p:cNvSpPr/>
              <p:nvPr/>
            </p:nvSpPr>
            <p:spPr>
              <a:xfrm>
                <a:off x="7875720" y="1225080"/>
                <a:ext cx="919440" cy="317520"/>
              </a:xfrm>
              <a:custGeom>
                <a:avLst/>
                <a:gdLst>
                  <a:gd name="textAreaLeft" fmla="*/ 0 w 919440"/>
                  <a:gd name="textAreaRight" fmla="*/ 919800 w 919440"/>
                  <a:gd name="textAreaTop" fmla="*/ 0 h 317520"/>
                  <a:gd name="textAreaBottom" fmla="*/ 317880 h 317520"/>
                </a:gdLst>
                <a:ahLst/>
                <a:cxnLst/>
                <a:rect l="textAreaLeft" t="textAreaTop" r="textAreaRight" b="textAreaBottom"/>
                <a:pathLst>
                  <a:path w="652843" h="225742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9" name="Google Shape;990;p31"/>
              <p:cNvSpPr/>
              <p:nvPr/>
            </p:nvSpPr>
            <p:spPr>
              <a:xfrm>
                <a:off x="7955280" y="1276200"/>
                <a:ext cx="212760" cy="212760"/>
              </a:xfrm>
              <a:custGeom>
                <a:avLst/>
                <a:gdLst>
                  <a:gd name="textAreaLeft" fmla="*/ 0 w 212760"/>
                  <a:gd name="textAreaRight" fmla="*/ 213120 w 212760"/>
                  <a:gd name="textAreaTop" fmla="*/ 0 h 212760"/>
                  <a:gd name="textAreaBottom" fmla="*/ 213120 h 212760"/>
                </a:gdLst>
                <a:ahLst/>
                <a:cxnLst/>
                <a:rect l="textAreaLeft" t="textAreaTop" r="textAreaRight" b="textAreaBottom"/>
                <a:pathLst>
                  <a:path w="151161" h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880" name="Google Shape;991;p31"/>
              <p:cNvGrpSpPr/>
              <p:nvPr/>
            </p:nvGrpSpPr>
            <p:grpSpPr>
              <a:xfrm>
                <a:off x="8236440" y="1282320"/>
                <a:ext cx="467280" cy="200520"/>
                <a:chOff x="8236440" y="1282320"/>
                <a:chExt cx="467280" cy="200520"/>
              </a:xfrm>
            </p:grpSpPr>
            <p:sp>
              <p:nvSpPr>
                <p:cNvPr id="881" name="Google Shape;992;p31"/>
                <p:cNvSpPr/>
                <p:nvPr/>
              </p:nvSpPr>
              <p:spPr>
                <a:xfrm>
                  <a:off x="8236440" y="128232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2" name="Google Shape;993;p31"/>
                <p:cNvSpPr/>
                <p:nvPr/>
              </p:nvSpPr>
              <p:spPr>
                <a:xfrm>
                  <a:off x="8236440" y="1339560"/>
                  <a:ext cx="408600" cy="28440"/>
                </a:xfrm>
                <a:custGeom>
                  <a:avLst/>
                  <a:gdLst>
                    <a:gd name="textAreaLeft" fmla="*/ 0 w 408600"/>
                    <a:gd name="textAreaRight" fmla="*/ 408960 w 4086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90322" h="20383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3" name="Google Shape;994;p31"/>
                <p:cNvSpPr/>
                <p:nvPr/>
              </p:nvSpPr>
              <p:spPr>
                <a:xfrm>
                  <a:off x="8236440" y="1397160"/>
                  <a:ext cx="427680" cy="28440"/>
                </a:xfrm>
                <a:custGeom>
                  <a:avLst/>
                  <a:gdLst>
                    <a:gd name="textAreaLeft" fmla="*/ 0 w 427680"/>
                    <a:gd name="textAreaRight" fmla="*/ 428040 w 4276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03942" h="20383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4" name="Google Shape;995;p31"/>
                <p:cNvSpPr/>
                <p:nvPr/>
              </p:nvSpPr>
              <p:spPr>
                <a:xfrm>
                  <a:off x="8236440" y="1454400"/>
                  <a:ext cx="241200" cy="2844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171545" h="20383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85" name="Google Shape;996;p31"/>
            <p:cNvGrpSpPr/>
            <p:nvPr/>
          </p:nvGrpSpPr>
          <p:grpSpPr>
            <a:xfrm>
              <a:off x="7875720" y="1644120"/>
              <a:ext cx="919440" cy="317520"/>
              <a:chOff x="7875720" y="1644120"/>
              <a:chExt cx="919440" cy="317520"/>
            </a:xfrm>
          </p:grpSpPr>
          <p:grpSp>
            <p:nvGrpSpPr>
              <p:cNvPr id="886" name="Google Shape;997;p31"/>
              <p:cNvGrpSpPr/>
              <p:nvPr/>
            </p:nvGrpSpPr>
            <p:grpSpPr>
              <a:xfrm>
                <a:off x="7875720" y="1644120"/>
                <a:ext cx="919440" cy="317520"/>
                <a:chOff x="7875720" y="1644120"/>
                <a:chExt cx="919440" cy="317520"/>
              </a:xfrm>
            </p:grpSpPr>
            <p:sp>
              <p:nvSpPr>
                <p:cNvPr id="887" name="Google Shape;998;p31"/>
                <p:cNvSpPr/>
                <p:nvPr/>
              </p:nvSpPr>
              <p:spPr>
                <a:xfrm>
                  <a:off x="7875720" y="1644120"/>
                  <a:ext cx="919440" cy="317520"/>
                </a:xfrm>
                <a:custGeom>
                  <a:avLst/>
                  <a:gdLst>
                    <a:gd name="textAreaLeft" fmla="*/ 0 w 919440"/>
                    <a:gd name="textAreaRight" fmla="*/ 919800 w 919440"/>
                    <a:gd name="textAreaTop" fmla="*/ 0 h 317520"/>
                    <a:gd name="textAreaBottom" fmla="*/ 317880 h 317520"/>
                  </a:gdLst>
                  <a:ahLst/>
                  <a:cxnLst/>
                  <a:rect l="textAreaLeft" t="textAreaTop" r="textAreaRight" b="textAreaBottom"/>
                  <a:pathLst>
                    <a:path w="652843" h="225742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8" name="Google Shape;999;p31"/>
                <p:cNvSpPr/>
                <p:nvPr/>
              </p:nvSpPr>
              <p:spPr>
                <a:xfrm>
                  <a:off x="7955280" y="1695240"/>
                  <a:ext cx="212760" cy="212760"/>
                </a:xfrm>
                <a:custGeom>
                  <a:avLst/>
                  <a:gdLst>
                    <a:gd name="textAreaLeft" fmla="*/ 0 w 212760"/>
                    <a:gd name="textAreaRight" fmla="*/ 213120 w 212760"/>
                    <a:gd name="textAreaTop" fmla="*/ 0 h 212760"/>
                    <a:gd name="textAreaBottom" fmla="*/ 213120 h 212760"/>
                  </a:gdLst>
                  <a:ahLst/>
                  <a:cxnLst/>
                  <a:rect l="textAreaLeft" t="textAreaTop" r="textAreaRight" b="textAreaBottom"/>
                  <a:pathLst>
                    <a:path w="151161" h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89" name="Google Shape;1000;p31"/>
                <p:cNvGrpSpPr/>
                <p:nvPr/>
              </p:nvGrpSpPr>
              <p:grpSpPr>
                <a:xfrm>
                  <a:off x="8236440" y="1701360"/>
                  <a:ext cx="467280" cy="200520"/>
                  <a:chOff x="8236440" y="1701360"/>
                  <a:chExt cx="467280" cy="200520"/>
                </a:xfrm>
              </p:grpSpPr>
              <p:sp>
                <p:nvSpPr>
                  <p:cNvPr id="890" name="Google Shape;1001;p31"/>
                  <p:cNvSpPr/>
                  <p:nvPr/>
                </p:nvSpPr>
                <p:spPr>
                  <a:xfrm>
                    <a:off x="8264160" y="1701360"/>
                    <a:ext cx="394200" cy="28440"/>
                  </a:xfrm>
                  <a:custGeom>
                    <a:avLst/>
                    <a:gdLst>
                      <a:gd name="textAreaLeft" fmla="*/ 0 w 394200"/>
                      <a:gd name="textAreaRight" fmla="*/ 394560 w 394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80034" h="20383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1" name="Google Shape;1002;p31"/>
                  <p:cNvSpPr/>
                  <p:nvPr/>
                </p:nvSpPr>
                <p:spPr>
                  <a:xfrm>
                    <a:off x="8236440" y="1758600"/>
                    <a:ext cx="288720" cy="28440"/>
                  </a:xfrm>
                  <a:custGeom>
                    <a:avLst/>
                    <a:gdLst>
                      <a:gd name="textAreaLeft" fmla="*/ 0 w 288720"/>
                      <a:gd name="textAreaRight" fmla="*/ 289080 w 28872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05073" h="2038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2" name="Google Shape;1003;p31"/>
                  <p:cNvSpPr/>
                  <p:nvPr/>
                </p:nvSpPr>
                <p:spPr>
                  <a:xfrm>
                    <a:off x="8236440" y="1816200"/>
                    <a:ext cx="467280" cy="28440"/>
                  </a:xfrm>
                  <a:custGeom>
                    <a:avLst/>
                    <a:gdLst>
                      <a:gd name="textAreaLeft" fmla="*/ 0 w 467280"/>
                      <a:gd name="textAreaRight" fmla="*/ 467640 w 46728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332041" h="20383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3" name="Google Shape;1004;p31"/>
                  <p:cNvSpPr/>
                  <p:nvPr/>
                </p:nvSpPr>
                <p:spPr>
                  <a:xfrm>
                    <a:off x="8236440" y="1873440"/>
                    <a:ext cx="241200" cy="28440"/>
                  </a:xfrm>
                  <a:custGeom>
                    <a:avLst/>
                    <a:gdLst>
                      <a:gd name="textAreaLeft" fmla="*/ 0 w 241200"/>
                      <a:gd name="textAreaRight" fmla="*/ 241560 w 241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171545" h="20383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94" name="Google Shape;1005;p31"/>
              <p:cNvSpPr/>
              <p:nvPr/>
            </p:nvSpPr>
            <p:spPr>
              <a:xfrm>
                <a:off x="8026920" y="1754640"/>
                <a:ext cx="71280" cy="84960"/>
              </a:xfrm>
              <a:custGeom>
                <a:avLst/>
                <a:gdLst>
                  <a:gd name="textAreaLeft" fmla="*/ 0 w 71280"/>
                  <a:gd name="textAreaRight" fmla="*/ 71640 w 712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50734" h="60632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95" name="Google Shape;1006;p31"/>
            <p:cNvGrpSpPr/>
            <p:nvPr/>
          </p:nvGrpSpPr>
          <p:grpSpPr>
            <a:xfrm>
              <a:off x="8700120" y="762480"/>
              <a:ext cx="173160" cy="89640"/>
              <a:chOff x="8700120" y="762480"/>
              <a:chExt cx="173160" cy="89640"/>
            </a:xfrm>
          </p:grpSpPr>
          <p:sp>
            <p:nvSpPr>
              <p:cNvPr id="896" name="Google Shape;1007;p31"/>
              <p:cNvSpPr/>
              <p:nvPr/>
            </p:nvSpPr>
            <p:spPr>
              <a:xfrm>
                <a:off x="8700120" y="762480"/>
                <a:ext cx="173160" cy="89640"/>
              </a:xfrm>
              <a:custGeom>
                <a:avLst/>
                <a:gdLst>
                  <a:gd name="textAreaLeft" fmla="*/ 0 w 173160"/>
                  <a:gd name="textAreaRight" fmla="*/ 173520 w 17316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123062" h="63817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7" name="Google Shape;1008;p31"/>
              <p:cNvSpPr/>
              <p:nvPr/>
            </p:nvSpPr>
            <p:spPr>
              <a:xfrm>
                <a:off x="8759160" y="779760"/>
                <a:ext cx="55080" cy="5508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5080"/>
                  <a:gd name="textAreaBottom" fmla="*/ 55440 h 55080"/>
                </a:gdLst>
                <a:ahLst/>
                <a:cxnLst/>
                <a:rect l="textAreaLeft" t="textAreaTop" r="textAreaRight" b="textAreaBottom"/>
                <a:pathLst>
                  <a:path w="39242" h="39243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720" bIns="27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98" name="Google Shape;1009;p31"/>
            <p:cNvGrpSpPr/>
            <p:nvPr/>
          </p:nvGrpSpPr>
          <p:grpSpPr>
            <a:xfrm>
              <a:off x="8700120" y="1587240"/>
              <a:ext cx="173160" cy="112320"/>
              <a:chOff x="8700120" y="1587240"/>
              <a:chExt cx="173160" cy="112320"/>
            </a:xfrm>
          </p:grpSpPr>
          <p:grpSp>
            <p:nvGrpSpPr>
              <p:cNvPr id="899" name="Google Shape;1010;p31"/>
              <p:cNvGrpSpPr/>
              <p:nvPr/>
            </p:nvGrpSpPr>
            <p:grpSpPr>
              <a:xfrm>
                <a:off x="8700120" y="1601280"/>
                <a:ext cx="173160" cy="89640"/>
                <a:chOff x="8700120" y="1601280"/>
                <a:chExt cx="173160" cy="89640"/>
              </a:xfrm>
            </p:grpSpPr>
            <p:sp>
              <p:nvSpPr>
                <p:cNvPr id="900" name="Google Shape;1011;p31"/>
                <p:cNvSpPr/>
                <p:nvPr/>
              </p:nvSpPr>
              <p:spPr>
                <a:xfrm>
                  <a:off x="8700120" y="1601280"/>
                  <a:ext cx="173160" cy="89640"/>
                </a:xfrm>
                <a:custGeom>
                  <a:avLst/>
                  <a:gdLst>
                    <a:gd name="textAreaLeft" fmla="*/ 0 w 173160"/>
                    <a:gd name="textAreaRight" fmla="*/ 173520 w 173160"/>
                    <a:gd name="textAreaTop" fmla="*/ 0 h 89640"/>
                    <a:gd name="textAreaBottom" fmla="*/ 90000 h 89640"/>
                  </a:gdLst>
                  <a:ahLst/>
                  <a:cxnLst/>
                  <a:rect l="textAreaLeft" t="textAreaTop" r="textAreaRight" b="textAreaBottom"/>
                  <a:pathLst>
                    <a:path w="123062" h="63817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5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1" name="Google Shape;1012;p31"/>
                <p:cNvSpPr/>
                <p:nvPr/>
              </p:nvSpPr>
              <p:spPr>
                <a:xfrm>
                  <a:off x="8759160" y="1618560"/>
                  <a:ext cx="55080" cy="55080"/>
                </a:xfrm>
                <a:custGeom>
                  <a:avLst/>
                  <a:gdLst>
                    <a:gd name="textAreaLeft" fmla="*/ 0 w 55080"/>
                    <a:gd name="textAreaRight" fmla="*/ 55440 w 55080"/>
                    <a:gd name="textAreaTop" fmla="*/ 0 h 55080"/>
                    <a:gd name="textAreaBottom" fmla="*/ 55440 h 55080"/>
                  </a:gdLst>
                  <a:ahLst/>
                  <a:cxnLst/>
                  <a:rect l="textAreaLeft" t="textAreaTop" r="textAreaRight" b="textAreaBottom"/>
                  <a:pathLst>
                    <a:path w="39242" h="39243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720" bIns="27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902" name="Google Shape;1013;p31"/>
              <p:cNvSpPr/>
              <p:nvPr/>
            </p:nvSpPr>
            <p:spPr>
              <a:xfrm rot="18900000">
                <a:off x="8712720" y="1636560"/>
                <a:ext cx="145440" cy="1332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03346" h="9715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Rectángulo 902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PE" sz="5000" b="1" u="none" strike="noStrike" noProof="0" dirty="0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s-PE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4" name="Rectángulo 903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PE" sz="4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</a:rPr>
              <a:t>Proyecto </a:t>
            </a:r>
            <a:r>
              <a:rPr lang="es-PE" sz="4000" b="1" u="none" strike="noStrike" noProof="0" dirty="0" err="1">
                <a:solidFill>
                  <a:schemeClr val="dk1"/>
                </a:solidFill>
                <a:effectLst/>
                <a:uFillTx/>
                <a:latin typeface="Epilogue"/>
              </a:rPr>
              <a:t>Focuss</a:t>
            </a:r>
            <a:endParaRPr lang="es-PE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05" name="image69deff011b780" descr="image69deff011b785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ectángulo 90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PE" sz="32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</a:rPr>
              <a:t>Resumen del sistema</a:t>
            </a:r>
            <a:endParaRPr lang="es-PE" sz="32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7" name="Rectángulo 906"/>
          <p:cNvSpPr/>
          <p:nvPr/>
        </p:nvSpPr>
        <p:spPr>
          <a:xfrm>
            <a:off x="476280" y="16315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s-MX" sz="1400" dirty="0" err="1">
                <a:solidFill>
                  <a:schemeClr val="dk1"/>
                </a:solidFill>
                <a:latin typeface="Lato"/>
                <a:ea typeface="Lato"/>
                <a:cs typeface="+mj-cs"/>
              </a:rPr>
              <a:t>Focuss</a:t>
            </a: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 es una aplicación web de estudio y productividad estructurada en diferentes módulos que permiten organizar el aprendizaje del usuario.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El sistema está desarrollado con HTML, CSS y JavaScript, utilizando Bootstrap para el diseño responsivo.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La aplicación está compuesta por varias páginas, las cuales permiten una navegación organizada dentro del 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Rectángulo 907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PE" sz="3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</a:rPr>
              <a:t>Misión y visión</a:t>
            </a:r>
            <a:endParaRPr lang="es-PE" sz="3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9" name="Rectángulo 908"/>
          <p:cNvSpPr/>
          <p:nvPr/>
        </p:nvSpPr>
        <p:spPr>
          <a:xfrm>
            <a:off x="252000" y="1428480"/>
            <a:ext cx="3988800" cy="308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PE" sz="1200" b="1" i="1" u="none" strike="noStrike" noProof="0" dirty="0">
                <a:solidFill>
                  <a:schemeClr val="dk1"/>
                </a:solidFill>
                <a:effectLst/>
                <a:uFillTx/>
                <a:latin typeface="Lato"/>
              </a:rPr>
              <a:t>Misión:</a:t>
            </a:r>
            <a:r>
              <a:rPr lang="es-PE" sz="1200" b="1" u="none" strike="noStrike" noProof="0" dirty="0">
                <a:solidFill>
                  <a:schemeClr val="dk1"/>
                </a:solidFill>
                <a:effectLst/>
                <a:uFillTx/>
                <a:latin typeface="Lato"/>
              </a:rPr>
              <a:t> </a:t>
            </a:r>
            <a:r>
              <a:rPr lang="es-MX" sz="1200" i="1" dirty="0">
                <a:solidFill>
                  <a:schemeClr val="dk1"/>
                </a:solidFill>
                <a:latin typeface="Lato"/>
              </a:rPr>
              <a:t>Desarrollar una aplicación web de estudio y productividad que permita a los usuarios organizar tareas, gestionar su tiempo de estudio y mejorar sus hábitos de aprendizaje de forma sencilla y accesible desde cualquier dispositivo.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PE" sz="1200" i="1" dirty="0">
              <a:solidFill>
                <a:schemeClr val="dk1"/>
              </a:solidFill>
              <a:latin typeface="Lato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PE" sz="1200" b="1" i="1" u="none" strike="noStrike" noProof="0" dirty="0">
                <a:solidFill>
                  <a:schemeClr val="dk1"/>
                </a:solidFill>
                <a:effectLst/>
                <a:uFillTx/>
                <a:latin typeface="Lato"/>
              </a:rPr>
              <a:t>Visión</a:t>
            </a:r>
            <a:r>
              <a:rPr lang="es-PE" sz="1200" b="1" i="1" dirty="0">
                <a:solidFill>
                  <a:schemeClr val="dk1"/>
                </a:solidFill>
                <a:latin typeface="Lato"/>
              </a:rPr>
              <a:t>: </a:t>
            </a:r>
            <a:r>
              <a:rPr lang="es-MX" sz="1200" i="1" dirty="0">
                <a:solidFill>
                  <a:schemeClr val="dk1"/>
                </a:solidFill>
                <a:latin typeface="Lato"/>
              </a:rPr>
              <a:t>Ser una aplicación web práctica y moderna que ayude a estudiantes a mejorar su productividad mediante herramientas digitales como tareas, </a:t>
            </a:r>
            <a:r>
              <a:rPr lang="es-MX" sz="1200" i="1" dirty="0" err="1">
                <a:solidFill>
                  <a:schemeClr val="dk1"/>
                </a:solidFill>
                <a:latin typeface="Lato"/>
              </a:rPr>
              <a:t>pomodoro</a:t>
            </a:r>
            <a:r>
              <a:rPr lang="es-MX" sz="1200" i="1" dirty="0">
                <a:solidFill>
                  <a:schemeClr val="dk1"/>
                </a:solidFill>
                <a:latin typeface="Lato"/>
              </a:rPr>
              <a:t>, metas y seguimiento de progreso</a:t>
            </a:r>
            <a:endParaRPr lang="es-PE" sz="1200" i="1" dirty="0">
              <a:solidFill>
                <a:schemeClr val="dk1"/>
              </a:solidFill>
              <a:latin typeface="Lato"/>
            </a:endParaRPr>
          </a:p>
        </p:txBody>
      </p:sp>
      <p:pic>
        <p:nvPicPr>
          <p:cNvPr id="910" name="image69deff0126ae3" descr="image69deff0126ae7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2009880" y="614880"/>
            <a:ext cx="51145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4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Problema y solución</a:t>
            </a:r>
            <a:endParaRPr lang="es-PE" sz="4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 type="subTitle"/>
          </p:nvPr>
        </p:nvSpPr>
        <p:spPr>
          <a:xfrm>
            <a:off x="2009880" y="2228760"/>
            <a:ext cx="5114520" cy="216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Muchos estudiantes tienen dificultades para organizar sus tareas, administrar su tiempo de estudio y mantener un seguimiento constante de su progreso académico.</a:t>
            </a:r>
            <a:endParaRPr lang="es-PE" sz="1200" dirty="0">
              <a:solidFill>
                <a:schemeClr val="dk1"/>
              </a:solidFill>
              <a:latin typeface="Lato"/>
              <a:ea typeface="Lato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s-PE" sz="12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PE" sz="1200" dirty="0">
                <a:solidFill>
                  <a:schemeClr val="dk1"/>
                </a:solidFill>
                <a:latin typeface="Lato"/>
                <a:ea typeface="Lato"/>
              </a:rPr>
              <a:t>Propuesta: </a:t>
            </a: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Desarrollar </a:t>
            </a:r>
            <a:r>
              <a:rPr lang="es-MX" sz="1200" dirty="0" err="1">
                <a:solidFill>
                  <a:schemeClr val="dk1"/>
                </a:solidFill>
                <a:latin typeface="Lato"/>
                <a:ea typeface="Lato"/>
              </a:rPr>
              <a:t>Focuss</a:t>
            </a: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, una aplicación web de estudio y productividad la cual te permite añadir tareas, asignarles contadores y realizar un seguimiento de las tareas completadas mediante gráficos y metas logrando así que el usuario </a:t>
            </a:r>
            <a:r>
              <a:rPr lang="es-MX" sz="1200" dirty="0" err="1">
                <a:solidFill>
                  <a:schemeClr val="dk1"/>
                </a:solidFill>
                <a:latin typeface="Lato"/>
                <a:ea typeface="Lato"/>
              </a:rPr>
              <a:t>organize</a:t>
            </a: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 su aprendizaje de forma clara y accesible desde cualquier dispositivo.</a:t>
            </a:r>
            <a:endParaRPr lang="es-PE" sz="1200" dirty="0">
              <a:solidFill>
                <a:schemeClr val="dk1"/>
              </a:solidFill>
              <a:latin typeface="Lato"/>
              <a:ea typeface="Lato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s-PE" sz="12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1018;p32"/>
          <p:cNvSpPr/>
          <p:nvPr/>
        </p:nvSpPr>
        <p:spPr>
          <a:xfrm rot="14380200" flipH="1">
            <a:off x="-1095120" y="408240"/>
            <a:ext cx="5218920" cy="4707720"/>
          </a:xfrm>
          <a:custGeom>
            <a:avLst/>
            <a:gdLst>
              <a:gd name="textAreaLeft" fmla="*/ -360 w 5218920"/>
              <a:gd name="textAreaRight" fmla="*/ 5218920 w 5218920"/>
              <a:gd name="textAreaTop" fmla="*/ 0 h 4707720"/>
              <a:gd name="textAreaBottom" fmla="*/ 4708080 h 47077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PE" sz="1800" b="0" u="none" strike="noStrike" noProof="0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4048200" y="2571840"/>
            <a:ext cx="4381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48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Detalles técnicos</a:t>
            </a:r>
            <a:endParaRPr lang="es-PE" sz="48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2"/>
          <p:cNvSpPr>
            <a:spLocks noGrp="1"/>
          </p:cNvSpPr>
          <p:nvPr>
            <p:ph type="title"/>
          </p:nvPr>
        </p:nvSpPr>
        <p:spPr>
          <a:xfrm>
            <a:off x="4048200" y="-3507840"/>
            <a:ext cx="1238040" cy="566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6000" b="0" u="none" strike="noStrike" noProof="0" dirty="0">
                <a:solidFill>
                  <a:schemeClr val="dk1"/>
                </a:solidFill>
                <a:effectLst/>
                <a:uFillTx/>
                <a:latin typeface="Lato"/>
                <a:ea typeface="Epilogue"/>
              </a:rPr>
              <a:t>02</a:t>
            </a:r>
            <a:endParaRPr lang="es-PE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6" name="Google Shape;1021;p32"/>
          <p:cNvSpPr/>
          <p:nvPr/>
        </p:nvSpPr>
        <p:spPr>
          <a:xfrm>
            <a:off x="484560" y="1076400"/>
            <a:ext cx="2990160" cy="299016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PE" sz="18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17" name="Google Shape;1022;p32"/>
          <p:cNvGrpSpPr/>
          <p:nvPr/>
        </p:nvGrpSpPr>
        <p:grpSpPr>
          <a:xfrm>
            <a:off x="7441560" y="289800"/>
            <a:ext cx="1366560" cy="1381680"/>
            <a:chOff x="7441560" y="289800"/>
            <a:chExt cx="1366560" cy="1381680"/>
          </a:xfrm>
        </p:grpSpPr>
        <p:sp>
          <p:nvSpPr>
            <p:cNvPr id="918" name="Google Shape;1023;p32"/>
            <p:cNvSpPr/>
            <p:nvPr/>
          </p:nvSpPr>
          <p:spPr>
            <a:xfrm>
              <a:off x="7568640" y="416880"/>
              <a:ext cx="1239480" cy="1254600"/>
            </a:xfrm>
            <a:custGeom>
              <a:avLst/>
              <a:gdLst>
                <a:gd name="textAreaLeft" fmla="*/ 0 w 1239480"/>
                <a:gd name="textAreaRight" fmla="*/ 1239840 w 12394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9" name="Google Shape;1024;p32"/>
            <p:cNvSpPr/>
            <p:nvPr/>
          </p:nvSpPr>
          <p:spPr>
            <a:xfrm>
              <a:off x="7505280" y="289800"/>
              <a:ext cx="1239480" cy="1254600"/>
            </a:xfrm>
            <a:custGeom>
              <a:avLst/>
              <a:gdLst>
                <a:gd name="textAreaLeft" fmla="*/ 0 w 1239480"/>
                <a:gd name="textAreaRight" fmla="*/ 1239840 w 12394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20" name="Google Shape;1025;p32"/>
            <p:cNvGrpSpPr/>
            <p:nvPr/>
          </p:nvGrpSpPr>
          <p:grpSpPr>
            <a:xfrm>
              <a:off x="7441560" y="353520"/>
              <a:ext cx="1237680" cy="1252800"/>
              <a:chOff x="7441560" y="353520"/>
              <a:chExt cx="1237680" cy="1252800"/>
            </a:xfrm>
          </p:grpSpPr>
          <p:sp>
            <p:nvSpPr>
              <p:cNvPr id="921" name="Google Shape;1026;p32"/>
              <p:cNvSpPr/>
              <p:nvPr/>
            </p:nvSpPr>
            <p:spPr>
              <a:xfrm>
                <a:off x="7441560" y="353520"/>
                <a:ext cx="1237680" cy="1252800"/>
              </a:xfrm>
              <a:custGeom>
                <a:avLst/>
                <a:gdLst>
                  <a:gd name="textAreaLeft" fmla="*/ 0 w 1237680"/>
                  <a:gd name="textAreaRight" fmla="*/ 1238040 w 1237680"/>
                  <a:gd name="textAreaTop" fmla="*/ 0 h 1252800"/>
                  <a:gd name="textAreaBottom" fmla="*/ 1253160 h 1252800"/>
                </a:gdLst>
                <a:ahLst/>
                <a:cxnLst/>
                <a:rect l="textAreaLeft" t="textAreaTop" r="textAreaRight" b="textAreaBottom"/>
                <a:pathLst>
                  <a:path w="1959864" h="1983676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2" name="Google Shape;1027;p32"/>
              <p:cNvSpPr/>
              <p:nvPr/>
            </p:nvSpPr>
            <p:spPr>
              <a:xfrm>
                <a:off x="7441560" y="353520"/>
                <a:ext cx="1237680" cy="108360"/>
              </a:xfrm>
              <a:custGeom>
                <a:avLst/>
                <a:gdLst>
                  <a:gd name="textAreaLeft" fmla="*/ 0 w 1237680"/>
                  <a:gd name="textAreaRight" fmla="*/ 1238040 w 1237680"/>
                  <a:gd name="textAreaTop" fmla="*/ 0 h 108360"/>
                  <a:gd name="textAreaBottom" fmla="*/ 108720 h 108360"/>
                </a:gdLst>
                <a:ahLst/>
                <a:cxnLst/>
                <a:rect l="textAreaLeft" t="textAreaTop" r="textAreaRight" b="textAreaBottom"/>
                <a:pathLst>
                  <a:path w="1959958" h="172307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23" name="Google Shape;1028;p32"/>
              <p:cNvGrpSpPr/>
              <p:nvPr/>
            </p:nvGrpSpPr>
            <p:grpSpPr>
              <a:xfrm>
                <a:off x="7498800" y="394920"/>
                <a:ext cx="160920" cy="40320"/>
                <a:chOff x="7498800" y="394920"/>
                <a:chExt cx="160920" cy="40320"/>
              </a:xfrm>
            </p:grpSpPr>
            <p:sp>
              <p:nvSpPr>
                <p:cNvPr id="924" name="Google Shape;1029;p32"/>
                <p:cNvSpPr/>
                <p:nvPr/>
              </p:nvSpPr>
              <p:spPr>
                <a:xfrm>
                  <a:off x="761940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5" name="Google Shape;1030;p32"/>
                <p:cNvSpPr/>
                <p:nvPr/>
              </p:nvSpPr>
              <p:spPr>
                <a:xfrm>
                  <a:off x="755928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6" name="Google Shape;1031;p32"/>
                <p:cNvSpPr/>
                <p:nvPr/>
              </p:nvSpPr>
              <p:spPr>
                <a:xfrm>
                  <a:off x="749880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27" name="Google Shape;1032;p32"/>
            <p:cNvGrpSpPr/>
            <p:nvPr/>
          </p:nvGrpSpPr>
          <p:grpSpPr>
            <a:xfrm>
              <a:off x="7612200" y="595080"/>
              <a:ext cx="896400" cy="922320"/>
              <a:chOff x="7612200" y="595080"/>
              <a:chExt cx="896400" cy="922320"/>
            </a:xfrm>
          </p:grpSpPr>
          <p:grpSp>
            <p:nvGrpSpPr>
              <p:cNvPr id="928" name="Google Shape;1033;p32"/>
              <p:cNvGrpSpPr/>
              <p:nvPr/>
            </p:nvGrpSpPr>
            <p:grpSpPr>
              <a:xfrm>
                <a:off x="7612200" y="1245600"/>
                <a:ext cx="381960" cy="264960"/>
                <a:chOff x="7612200" y="1245600"/>
                <a:chExt cx="381960" cy="264960"/>
              </a:xfrm>
            </p:grpSpPr>
            <p:sp>
              <p:nvSpPr>
                <p:cNvPr id="929" name="Google Shape;1034;p32"/>
                <p:cNvSpPr/>
                <p:nvPr/>
              </p:nvSpPr>
              <p:spPr>
                <a:xfrm>
                  <a:off x="7612200" y="124560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0" name="Google Shape;1035;p32"/>
                <p:cNvSpPr/>
                <p:nvPr/>
              </p:nvSpPr>
              <p:spPr>
                <a:xfrm>
                  <a:off x="7775280" y="124560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1" name="Google Shape;1036;p32"/>
                <p:cNvSpPr/>
                <p:nvPr/>
              </p:nvSpPr>
              <p:spPr>
                <a:xfrm>
                  <a:off x="7902720" y="124560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2" name="Google Shape;1037;p32"/>
                <p:cNvSpPr/>
                <p:nvPr/>
              </p:nvSpPr>
              <p:spPr>
                <a:xfrm>
                  <a:off x="7686000" y="1323000"/>
                  <a:ext cx="307800" cy="33120"/>
                </a:xfrm>
                <a:custGeom>
                  <a:avLst/>
                  <a:gdLst>
                    <a:gd name="textAreaLeft" fmla="*/ 0 w 307800"/>
                    <a:gd name="textAreaRight" fmla="*/ 308160 w 3078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3" name="Google Shape;1038;p32"/>
                <p:cNvSpPr/>
                <p:nvPr/>
              </p:nvSpPr>
              <p:spPr>
                <a:xfrm>
                  <a:off x="7612200" y="1323000"/>
                  <a:ext cx="56160" cy="33120"/>
                </a:xfrm>
                <a:custGeom>
                  <a:avLst/>
                  <a:gdLst>
                    <a:gd name="textAreaLeft" fmla="*/ 0 w 56160"/>
                    <a:gd name="textAreaRight" fmla="*/ 56520 w 5616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4" name="Google Shape;1039;p32"/>
                <p:cNvSpPr/>
                <p:nvPr/>
              </p:nvSpPr>
              <p:spPr>
                <a:xfrm>
                  <a:off x="7782120" y="140040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5" name="Google Shape;1040;p32"/>
                <p:cNvSpPr/>
                <p:nvPr/>
              </p:nvSpPr>
              <p:spPr>
                <a:xfrm>
                  <a:off x="7941960" y="140040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6" name="Google Shape;1041;p32"/>
                <p:cNvSpPr/>
                <p:nvPr/>
              </p:nvSpPr>
              <p:spPr>
                <a:xfrm>
                  <a:off x="7612200" y="140040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7" name="Google Shape;1042;p32"/>
                <p:cNvSpPr/>
                <p:nvPr/>
              </p:nvSpPr>
              <p:spPr>
                <a:xfrm>
                  <a:off x="7722000" y="147744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8" name="Google Shape;1043;p32"/>
                <p:cNvSpPr/>
                <p:nvPr/>
              </p:nvSpPr>
              <p:spPr>
                <a:xfrm>
                  <a:off x="7612200" y="147744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39" name="Google Shape;1044;p32"/>
              <p:cNvGrpSpPr/>
              <p:nvPr/>
            </p:nvGrpSpPr>
            <p:grpSpPr>
              <a:xfrm>
                <a:off x="8126280" y="595080"/>
                <a:ext cx="381600" cy="264960"/>
                <a:chOff x="8126280" y="595080"/>
                <a:chExt cx="381600" cy="264960"/>
              </a:xfrm>
            </p:grpSpPr>
            <p:sp>
              <p:nvSpPr>
                <p:cNvPr id="940" name="Google Shape;1045;p32"/>
                <p:cNvSpPr/>
                <p:nvPr/>
              </p:nvSpPr>
              <p:spPr>
                <a:xfrm>
                  <a:off x="8126280" y="59508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1" name="Google Shape;1046;p32"/>
                <p:cNvSpPr/>
                <p:nvPr/>
              </p:nvSpPr>
              <p:spPr>
                <a:xfrm>
                  <a:off x="8289360" y="59508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2" name="Google Shape;1047;p32"/>
                <p:cNvSpPr/>
                <p:nvPr/>
              </p:nvSpPr>
              <p:spPr>
                <a:xfrm>
                  <a:off x="8416800" y="59508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3" name="Google Shape;1048;p32"/>
                <p:cNvSpPr/>
                <p:nvPr/>
              </p:nvSpPr>
              <p:spPr>
                <a:xfrm>
                  <a:off x="8200080" y="672120"/>
                  <a:ext cx="307800" cy="33120"/>
                </a:xfrm>
                <a:custGeom>
                  <a:avLst/>
                  <a:gdLst>
                    <a:gd name="textAreaLeft" fmla="*/ 0 w 307800"/>
                    <a:gd name="textAreaRight" fmla="*/ 308160 w 3078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4" name="Google Shape;1049;p32"/>
                <p:cNvSpPr/>
                <p:nvPr/>
              </p:nvSpPr>
              <p:spPr>
                <a:xfrm>
                  <a:off x="8126280" y="672120"/>
                  <a:ext cx="56160" cy="33120"/>
                </a:xfrm>
                <a:custGeom>
                  <a:avLst/>
                  <a:gdLst>
                    <a:gd name="textAreaLeft" fmla="*/ 0 w 56160"/>
                    <a:gd name="textAreaRight" fmla="*/ 56520 w 5616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5" name="Google Shape;1050;p32"/>
                <p:cNvSpPr/>
                <p:nvPr/>
              </p:nvSpPr>
              <p:spPr>
                <a:xfrm>
                  <a:off x="8296200" y="74952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6" name="Google Shape;1051;p32"/>
                <p:cNvSpPr/>
                <p:nvPr/>
              </p:nvSpPr>
              <p:spPr>
                <a:xfrm>
                  <a:off x="8455680" y="74952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7" name="Google Shape;1052;p32"/>
                <p:cNvSpPr/>
                <p:nvPr/>
              </p:nvSpPr>
              <p:spPr>
                <a:xfrm>
                  <a:off x="8126280" y="74952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8" name="Google Shape;1053;p32"/>
                <p:cNvSpPr/>
                <p:nvPr/>
              </p:nvSpPr>
              <p:spPr>
                <a:xfrm>
                  <a:off x="8236080" y="82692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9" name="Google Shape;1054;p32"/>
                <p:cNvSpPr/>
                <p:nvPr/>
              </p:nvSpPr>
              <p:spPr>
                <a:xfrm>
                  <a:off x="8126280" y="82692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50" name="Google Shape;1055;p32"/>
              <p:cNvGrpSpPr/>
              <p:nvPr/>
            </p:nvGrpSpPr>
            <p:grpSpPr>
              <a:xfrm>
                <a:off x="8126280" y="923400"/>
                <a:ext cx="381600" cy="191520"/>
                <a:chOff x="8126280" y="923400"/>
                <a:chExt cx="381600" cy="191520"/>
              </a:xfrm>
            </p:grpSpPr>
            <p:sp>
              <p:nvSpPr>
                <p:cNvPr id="951" name="Google Shape;1056;p32"/>
                <p:cNvSpPr/>
                <p:nvPr/>
              </p:nvSpPr>
              <p:spPr>
                <a:xfrm>
                  <a:off x="8126280" y="92340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2" name="Google Shape;1057;p32"/>
                <p:cNvSpPr/>
                <p:nvPr/>
              </p:nvSpPr>
              <p:spPr>
                <a:xfrm>
                  <a:off x="8289360" y="92340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3" name="Google Shape;1058;p32"/>
                <p:cNvSpPr/>
                <p:nvPr/>
              </p:nvSpPr>
              <p:spPr>
                <a:xfrm>
                  <a:off x="8416800" y="92340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4" name="Google Shape;1059;p32"/>
                <p:cNvSpPr/>
                <p:nvPr/>
              </p:nvSpPr>
              <p:spPr>
                <a:xfrm>
                  <a:off x="8296200" y="100440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5" name="Google Shape;1060;p32"/>
                <p:cNvSpPr/>
                <p:nvPr/>
              </p:nvSpPr>
              <p:spPr>
                <a:xfrm>
                  <a:off x="8455680" y="100440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6" name="Google Shape;1061;p32"/>
                <p:cNvSpPr/>
                <p:nvPr/>
              </p:nvSpPr>
              <p:spPr>
                <a:xfrm>
                  <a:off x="8126280" y="100440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7" name="Google Shape;1062;p32"/>
                <p:cNvSpPr/>
                <p:nvPr/>
              </p:nvSpPr>
              <p:spPr>
                <a:xfrm>
                  <a:off x="8236080" y="108180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8" name="Google Shape;1063;p32"/>
                <p:cNvSpPr/>
                <p:nvPr/>
              </p:nvSpPr>
              <p:spPr>
                <a:xfrm>
                  <a:off x="8126280" y="108180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959" name="Google Shape;1064;p32"/>
              <p:cNvSpPr/>
              <p:nvPr/>
            </p:nvSpPr>
            <p:spPr>
              <a:xfrm>
                <a:off x="8126280" y="1240560"/>
                <a:ext cx="382320" cy="276840"/>
              </a:xfrm>
              <a:custGeom>
                <a:avLst/>
                <a:gdLst>
                  <a:gd name="textAreaLeft" fmla="*/ 0 w 382320"/>
                  <a:gd name="textAreaRight" fmla="*/ 382680 w 382320"/>
                  <a:gd name="textAreaTop" fmla="*/ 0 h 276840"/>
                  <a:gd name="textAreaBottom" fmla="*/ 277200 h 276840"/>
                </a:gdLst>
                <a:ahLst/>
                <a:cxnLst/>
                <a:rect l="textAreaLeft" t="textAreaTop" r="textAreaRight" b="textAreaBottom"/>
                <a:pathLst>
                  <a:path w="605885" h="438816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0" name="Google Shape;1065;p32"/>
              <p:cNvSpPr/>
              <p:nvPr/>
            </p:nvSpPr>
            <p:spPr>
              <a:xfrm>
                <a:off x="7612200" y="598680"/>
                <a:ext cx="382320" cy="514800"/>
              </a:xfrm>
              <a:custGeom>
                <a:avLst/>
                <a:gdLst>
                  <a:gd name="textAreaLeft" fmla="*/ 0 w 382320"/>
                  <a:gd name="textAreaRight" fmla="*/ 382680 w 382320"/>
                  <a:gd name="textAreaTop" fmla="*/ 0 h 514800"/>
                  <a:gd name="textAreaBottom" fmla="*/ 515160 h 514800"/>
                </a:gdLst>
                <a:ahLst/>
                <a:cxnLst/>
                <a:rect l="textAreaLeft" t="textAreaTop" r="textAreaRight" b="textAreaBottom"/>
                <a:pathLst>
                  <a:path w="605885" h="815149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1" name="Google Shape;1066;p32"/>
            <p:cNvGrpSpPr/>
            <p:nvPr/>
          </p:nvGrpSpPr>
          <p:grpSpPr>
            <a:xfrm>
              <a:off x="7553160" y="556200"/>
              <a:ext cx="492840" cy="600480"/>
              <a:chOff x="7553160" y="556200"/>
              <a:chExt cx="492840" cy="600480"/>
            </a:xfrm>
          </p:grpSpPr>
          <p:grpSp>
            <p:nvGrpSpPr>
              <p:cNvPr id="962" name="Google Shape;1067;p32"/>
              <p:cNvGrpSpPr/>
              <p:nvPr/>
            </p:nvGrpSpPr>
            <p:grpSpPr>
              <a:xfrm>
                <a:off x="7566480" y="569520"/>
                <a:ext cx="472320" cy="579600"/>
                <a:chOff x="7566480" y="569520"/>
                <a:chExt cx="472320" cy="579600"/>
              </a:xfrm>
            </p:grpSpPr>
            <p:sp>
              <p:nvSpPr>
                <p:cNvPr id="963" name="Google Shape;1068;p32"/>
                <p:cNvSpPr/>
                <p:nvPr/>
              </p:nvSpPr>
              <p:spPr>
                <a:xfrm>
                  <a:off x="7574400" y="1143360"/>
                  <a:ext cx="442080" cy="5760"/>
                </a:xfrm>
                <a:custGeom>
                  <a:avLst/>
                  <a:gdLst>
                    <a:gd name="textAreaLeft" fmla="*/ 0 w 442080"/>
                    <a:gd name="textAreaRight" fmla="*/ 442440 w 442080"/>
                    <a:gd name="textAreaTop" fmla="*/ 0 h 5760"/>
                    <a:gd name="textAreaBottom" fmla="*/ 6120 h 576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" bIns="2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4" name="Google Shape;1069;p32"/>
                <p:cNvSpPr/>
                <p:nvPr/>
              </p:nvSpPr>
              <p:spPr>
                <a:xfrm>
                  <a:off x="7566480" y="577440"/>
                  <a:ext cx="5760" cy="549720"/>
                </a:xfrm>
                <a:custGeom>
                  <a:avLst/>
                  <a:gdLst>
                    <a:gd name="textAreaLeft" fmla="*/ 0 w 5760"/>
                    <a:gd name="textAreaRight" fmla="*/ 6120 w 5760"/>
                    <a:gd name="textAreaTop" fmla="*/ 0 h 549720"/>
                    <a:gd name="textAreaBottom" fmla="*/ 550080 h 54972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5" name="Google Shape;1070;p32"/>
                <p:cNvSpPr/>
                <p:nvPr/>
              </p:nvSpPr>
              <p:spPr>
                <a:xfrm>
                  <a:off x="7582680" y="569520"/>
                  <a:ext cx="442080" cy="5760"/>
                </a:xfrm>
                <a:custGeom>
                  <a:avLst/>
                  <a:gdLst>
                    <a:gd name="textAreaLeft" fmla="*/ 0 w 442080"/>
                    <a:gd name="textAreaRight" fmla="*/ 442440 w 442080"/>
                    <a:gd name="textAreaTop" fmla="*/ 0 h 5760"/>
                    <a:gd name="textAreaBottom" fmla="*/ 6120 h 576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" bIns="2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6" name="Google Shape;1071;p32"/>
                <p:cNvSpPr/>
                <p:nvPr/>
              </p:nvSpPr>
              <p:spPr>
                <a:xfrm>
                  <a:off x="8033040" y="585360"/>
                  <a:ext cx="5760" cy="549720"/>
                </a:xfrm>
                <a:custGeom>
                  <a:avLst/>
                  <a:gdLst>
                    <a:gd name="textAreaLeft" fmla="*/ 0 w 5760"/>
                    <a:gd name="textAreaRight" fmla="*/ 6120 w 5760"/>
                    <a:gd name="textAreaTop" fmla="*/ 0 h 549720"/>
                    <a:gd name="textAreaBottom" fmla="*/ 550080 h 54972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67" name="Google Shape;1072;p32"/>
              <p:cNvGrpSpPr/>
              <p:nvPr/>
            </p:nvGrpSpPr>
            <p:grpSpPr>
              <a:xfrm>
                <a:off x="7553160" y="556200"/>
                <a:ext cx="492840" cy="600480"/>
                <a:chOff x="7553160" y="556200"/>
                <a:chExt cx="492840" cy="600480"/>
              </a:xfrm>
            </p:grpSpPr>
            <p:grpSp>
              <p:nvGrpSpPr>
                <p:cNvPr id="968" name="Google Shape;1073;p32"/>
                <p:cNvGrpSpPr/>
                <p:nvPr/>
              </p:nvGrpSpPr>
              <p:grpSpPr>
                <a:xfrm>
                  <a:off x="7553160" y="556200"/>
                  <a:ext cx="492840" cy="26280"/>
                  <a:chOff x="7553160" y="556200"/>
                  <a:chExt cx="492840" cy="26280"/>
                </a:xfrm>
              </p:grpSpPr>
              <p:sp>
                <p:nvSpPr>
                  <p:cNvPr id="969" name="Google Shape;1074;p32"/>
                  <p:cNvSpPr/>
                  <p:nvPr/>
                </p:nvSpPr>
                <p:spPr>
                  <a:xfrm>
                    <a:off x="755316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70" name="Google Shape;1075;p32"/>
                  <p:cNvSpPr/>
                  <p:nvPr/>
                </p:nvSpPr>
                <p:spPr>
                  <a:xfrm>
                    <a:off x="778644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71" name="Google Shape;1076;p32"/>
                  <p:cNvSpPr/>
                  <p:nvPr/>
                </p:nvSpPr>
                <p:spPr>
                  <a:xfrm>
                    <a:off x="801972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972" name="Google Shape;1077;p32"/>
                <p:cNvGrpSpPr/>
                <p:nvPr/>
              </p:nvGrpSpPr>
              <p:grpSpPr>
                <a:xfrm>
                  <a:off x="7553160" y="843120"/>
                  <a:ext cx="492840" cy="26280"/>
                  <a:chOff x="7553160" y="843120"/>
                  <a:chExt cx="492840" cy="26280"/>
                </a:xfrm>
              </p:grpSpPr>
              <p:sp>
                <p:nvSpPr>
                  <p:cNvPr id="973" name="Google Shape;1078;p32"/>
                  <p:cNvSpPr/>
                  <p:nvPr/>
                </p:nvSpPr>
                <p:spPr>
                  <a:xfrm>
                    <a:off x="7553160" y="84312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74" name="Google Shape;1079;p32"/>
                  <p:cNvSpPr/>
                  <p:nvPr/>
                </p:nvSpPr>
                <p:spPr>
                  <a:xfrm>
                    <a:off x="8019720" y="84312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975" name="Google Shape;1080;p32"/>
                <p:cNvGrpSpPr/>
                <p:nvPr/>
              </p:nvGrpSpPr>
              <p:grpSpPr>
                <a:xfrm>
                  <a:off x="7553160" y="1130400"/>
                  <a:ext cx="492840" cy="26280"/>
                  <a:chOff x="7553160" y="1130400"/>
                  <a:chExt cx="492840" cy="26280"/>
                </a:xfrm>
              </p:grpSpPr>
              <p:sp>
                <p:nvSpPr>
                  <p:cNvPr id="976" name="Google Shape;1081;p32"/>
                  <p:cNvSpPr/>
                  <p:nvPr/>
                </p:nvSpPr>
                <p:spPr>
                  <a:xfrm>
                    <a:off x="755316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77" name="Google Shape;1082;p32"/>
                  <p:cNvSpPr/>
                  <p:nvPr/>
                </p:nvSpPr>
                <p:spPr>
                  <a:xfrm>
                    <a:off x="778644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78" name="Google Shape;1083;p32"/>
                  <p:cNvSpPr/>
                  <p:nvPr/>
                </p:nvSpPr>
                <p:spPr>
                  <a:xfrm>
                    <a:off x="801972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979" name="Google Shape;1084;p32"/>
            <p:cNvGrpSpPr/>
            <p:nvPr/>
          </p:nvGrpSpPr>
          <p:grpSpPr>
            <a:xfrm>
              <a:off x="7821000" y="1008000"/>
              <a:ext cx="161640" cy="93960"/>
              <a:chOff x="7821000" y="1008000"/>
              <a:chExt cx="161640" cy="93960"/>
            </a:xfrm>
          </p:grpSpPr>
          <p:sp>
            <p:nvSpPr>
              <p:cNvPr id="980" name="Google Shape;1085;p32"/>
              <p:cNvSpPr/>
              <p:nvPr/>
            </p:nvSpPr>
            <p:spPr>
              <a:xfrm>
                <a:off x="7821000" y="1008000"/>
                <a:ext cx="161640" cy="9396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256508" h="149542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81" name="Google Shape;1086;p32"/>
              <p:cNvGrpSpPr/>
              <p:nvPr/>
            </p:nvGrpSpPr>
            <p:grpSpPr>
              <a:xfrm>
                <a:off x="7842960" y="1024560"/>
                <a:ext cx="115920" cy="62280"/>
                <a:chOff x="7842960" y="1024560"/>
                <a:chExt cx="115920" cy="62280"/>
              </a:xfrm>
            </p:grpSpPr>
            <p:grpSp>
              <p:nvGrpSpPr>
                <p:cNvPr id="982" name="Google Shape;1087;p32"/>
                <p:cNvGrpSpPr/>
                <p:nvPr/>
              </p:nvGrpSpPr>
              <p:grpSpPr>
                <a:xfrm>
                  <a:off x="7899120" y="1025640"/>
                  <a:ext cx="59760" cy="59760"/>
                  <a:chOff x="7899120" y="1025640"/>
                  <a:chExt cx="59760" cy="59760"/>
                </a:xfrm>
              </p:grpSpPr>
              <p:sp>
                <p:nvSpPr>
                  <p:cNvPr id="983" name="Google Shape;1088;p32"/>
                  <p:cNvSpPr/>
                  <p:nvPr/>
                </p:nvSpPr>
                <p:spPr>
                  <a:xfrm>
                    <a:off x="7899120" y="1058760"/>
                    <a:ext cx="26640" cy="26640"/>
                  </a:xfrm>
                  <a:custGeom>
                    <a:avLst/>
                    <a:gdLst>
                      <a:gd name="textAreaLeft" fmla="*/ 0 w 26640"/>
                      <a:gd name="textAreaRight" fmla="*/ 27000 w 26640"/>
                      <a:gd name="textAreaTop" fmla="*/ 0 h 26640"/>
                      <a:gd name="textAreaBottom" fmla="*/ 27000 h 26640"/>
                    </a:gdLst>
                    <a:ahLst/>
                    <a:cxnLst/>
                    <a:rect l="textAreaLeft" t="textAreaTop" r="textAreaRight" b="textAreaBottom"/>
                    <a:pathLst>
                      <a:path w="42671" h="42672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84" name="Google Shape;1089;p32"/>
                  <p:cNvSpPr/>
                  <p:nvPr/>
                </p:nvSpPr>
                <p:spPr>
                  <a:xfrm>
                    <a:off x="7917840" y="1025640"/>
                    <a:ext cx="41040" cy="41040"/>
                  </a:xfrm>
                  <a:custGeom>
                    <a:avLst/>
                    <a:gdLst>
                      <a:gd name="textAreaLeft" fmla="*/ 0 w 41040"/>
                      <a:gd name="textAreaRight" fmla="*/ 41400 w 41040"/>
                      <a:gd name="textAreaTop" fmla="*/ 0 h 41040"/>
                      <a:gd name="textAreaBottom" fmla="*/ 41400 h 41040"/>
                    </a:gdLst>
                    <a:ahLst/>
                    <a:cxnLst/>
                    <a:rect l="textAreaLeft" t="textAreaTop" r="textAreaRight" b="textAreaBottom"/>
                    <a:pathLst>
                      <a:path w="65418" h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0520" bIns="205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985" name="Google Shape;1090;p32"/>
                <p:cNvGrpSpPr/>
                <p:nvPr/>
              </p:nvGrpSpPr>
              <p:grpSpPr>
                <a:xfrm>
                  <a:off x="7842960" y="1024560"/>
                  <a:ext cx="61920" cy="62280"/>
                  <a:chOff x="7842960" y="1024560"/>
                  <a:chExt cx="61920" cy="62280"/>
                </a:xfrm>
              </p:grpSpPr>
              <p:sp>
                <p:nvSpPr>
                  <p:cNvPr id="986" name="Google Shape;1091;p32"/>
                  <p:cNvSpPr/>
                  <p:nvPr/>
                </p:nvSpPr>
                <p:spPr>
                  <a:xfrm>
                    <a:off x="7842960" y="1024560"/>
                    <a:ext cx="61920" cy="62280"/>
                  </a:xfrm>
                  <a:custGeom>
                    <a:avLst/>
                    <a:gdLst>
                      <a:gd name="textAreaLeft" fmla="*/ 0 w 61920"/>
                      <a:gd name="textAreaRight" fmla="*/ 62280 w 61920"/>
                      <a:gd name="textAreaTop" fmla="*/ 0 h 62280"/>
                      <a:gd name="textAreaBottom" fmla="*/ 62640 h 62280"/>
                    </a:gdLst>
                    <a:ahLst/>
                    <a:cxnLst/>
                    <a:rect l="textAreaLeft" t="textAreaTop" r="textAreaRight" b="textAreaBottom"/>
                    <a:pathLst>
                      <a:path w="98773" h="98921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1320" bIns="31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87" name="Google Shape;1092;p32"/>
                  <p:cNvSpPr/>
                  <p:nvPr/>
                </p:nvSpPr>
                <p:spPr>
                  <a:xfrm>
                    <a:off x="7868880" y="1051560"/>
                    <a:ext cx="9360" cy="9360"/>
                  </a:xfrm>
                  <a:custGeom>
                    <a:avLst/>
                    <a:gdLst>
                      <a:gd name="textAreaLeft" fmla="*/ 0 w 9360"/>
                      <a:gd name="textAreaRight" fmla="*/ 9720 w 9360"/>
                      <a:gd name="textAreaTop" fmla="*/ 0 h 9360"/>
                      <a:gd name="textAreaBottom" fmla="*/ 9720 h 9360"/>
                    </a:gdLst>
                    <a:ahLst/>
                    <a:cxnLst/>
                    <a:rect l="textAreaLeft" t="textAreaTop" r="textAreaRight" b="textAreaBottom"/>
                    <a:pathLst>
                      <a:path w="15573" h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680" bIns="4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grpSp>
        <p:nvGrpSpPr>
          <p:cNvPr id="988" name="Google Shape;1093;p32"/>
          <p:cNvGrpSpPr/>
          <p:nvPr/>
        </p:nvGrpSpPr>
        <p:grpSpPr>
          <a:xfrm>
            <a:off x="254520" y="3695400"/>
            <a:ext cx="916920" cy="683280"/>
            <a:chOff x="254520" y="3695400"/>
            <a:chExt cx="916920" cy="683280"/>
          </a:xfrm>
        </p:grpSpPr>
        <p:grpSp>
          <p:nvGrpSpPr>
            <p:cNvPr id="989" name="Google Shape;1094;p32"/>
            <p:cNvGrpSpPr/>
            <p:nvPr/>
          </p:nvGrpSpPr>
          <p:grpSpPr>
            <a:xfrm>
              <a:off x="254520" y="3695400"/>
              <a:ext cx="916920" cy="683280"/>
              <a:chOff x="254520" y="3695400"/>
              <a:chExt cx="916920" cy="683280"/>
            </a:xfrm>
          </p:grpSpPr>
          <p:sp>
            <p:nvSpPr>
              <p:cNvPr id="990" name="Google Shape;1095;p32"/>
              <p:cNvSpPr/>
              <p:nvPr/>
            </p:nvSpPr>
            <p:spPr>
              <a:xfrm>
                <a:off x="458640" y="3695400"/>
                <a:ext cx="712800" cy="479160"/>
              </a:xfrm>
              <a:custGeom>
                <a:avLst/>
                <a:gdLst>
                  <a:gd name="textAreaLeft" fmla="*/ 0 w 712800"/>
                  <a:gd name="textAreaRight" fmla="*/ 713160 w 712800"/>
                  <a:gd name="textAreaTop" fmla="*/ 0 h 479160"/>
                  <a:gd name="textAreaBottom" fmla="*/ 479520 h 47916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1" name="Google Shape;1096;p32"/>
              <p:cNvSpPr/>
              <p:nvPr/>
            </p:nvSpPr>
            <p:spPr>
              <a:xfrm>
                <a:off x="356400" y="3797280"/>
                <a:ext cx="712800" cy="479160"/>
              </a:xfrm>
              <a:custGeom>
                <a:avLst/>
                <a:gdLst>
                  <a:gd name="textAreaLeft" fmla="*/ 0 w 712800"/>
                  <a:gd name="textAreaRight" fmla="*/ 713160 w 712800"/>
                  <a:gd name="textAreaTop" fmla="*/ 0 h 479160"/>
                  <a:gd name="textAreaBottom" fmla="*/ 479520 h 479160"/>
                </a:gdLst>
                <a:ahLst/>
                <a:cxnLst/>
                <a:rect l="textAreaLeft" t="textAreaTop" r="textAreaRight" b="textAreaBottom"/>
                <a:pathLst>
                  <a:path w="445389" h="299465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2" name="Google Shape;1097;p32"/>
              <p:cNvSpPr/>
              <p:nvPr/>
            </p:nvSpPr>
            <p:spPr>
              <a:xfrm>
                <a:off x="254520" y="3899520"/>
                <a:ext cx="712800" cy="479160"/>
              </a:xfrm>
              <a:custGeom>
                <a:avLst/>
                <a:gdLst>
                  <a:gd name="textAreaLeft" fmla="*/ 0 w 712800"/>
                  <a:gd name="textAreaRight" fmla="*/ 713160 w 712800"/>
                  <a:gd name="textAreaTop" fmla="*/ 0 h 479160"/>
                  <a:gd name="textAreaBottom" fmla="*/ 479520 h 47916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993" name="Google Shape;1098;p32"/>
            <p:cNvSpPr/>
            <p:nvPr/>
          </p:nvSpPr>
          <p:spPr>
            <a:xfrm>
              <a:off x="429840" y="4095360"/>
              <a:ext cx="356760" cy="16272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0 h 162720"/>
                <a:gd name="textAreaBottom" fmla="*/ 163080 h 162720"/>
              </a:gdLst>
              <a:ahLst/>
              <a:cxnLst/>
              <a:rect l="textAreaLeft" t="textAreaTop" r="textAreaRight" b="textAreaBottom"/>
              <a:pathLst>
                <a:path w="222980" h="101917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Rectángulo 993"/>
          <p:cNvSpPr/>
          <p:nvPr/>
        </p:nvSpPr>
        <p:spPr>
          <a:xfrm>
            <a:off x="476280" y="512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PE" sz="3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</a:rPr>
              <a:t>Arquitectura y herramientas</a:t>
            </a:r>
            <a:endParaRPr lang="es-PE" sz="3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5" name="Rectángulo 99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tabLst>
                <a:tab pos="0" algn="l"/>
              </a:tabLst>
            </a:pP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El </a:t>
            </a:r>
            <a:r>
              <a:rPr lang="es-MX" sz="1400" dirty="0" err="1">
                <a:solidFill>
                  <a:schemeClr val="dk1"/>
                </a:solidFill>
                <a:latin typeface="Lato"/>
                <a:ea typeface="Lato"/>
                <a:cs typeface="+mj-cs"/>
              </a:rPr>
              <a:t>front-end</a:t>
            </a: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 de </a:t>
            </a:r>
            <a:r>
              <a:rPr lang="es-MX" sz="1400" dirty="0" err="1">
                <a:solidFill>
                  <a:schemeClr val="dk1"/>
                </a:solidFill>
                <a:latin typeface="Lato"/>
                <a:ea typeface="Lato"/>
                <a:cs typeface="+mj-cs"/>
              </a:rPr>
              <a:t>Focuss</a:t>
            </a: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 está desarrollado utilizando HTML5, CSS3 y JavaScript, junto con Bootstrap 5 para lograr un diseño responsivo.</a:t>
            </a:r>
          </a:p>
          <a:p>
            <a:pPr>
              <a:lnSpc>
                <a:spcPct val="140000"/>
              </a:lnSpc>
              <a:spcBef>
                <a:spcPct val="0"/>
              </a:spcBef>
              <a:tabLst>
                <a:tab pos="0" algn="l"/>
              </a:tabLst>
            </a:pPr>
            <a:endParaRPr lang="es-MX" sz="1400" dirty="0">
              <a:solidFill>
                <a:schemeClr val="dk1"/>
              </a:solidFill>
              <a:latin typeface="Lato"/>
              <a:ea typeface="Lato"/>
              <a:cs typeface="+mj-cs"/>
            </a:endParaRPr>
          </a:p>
          <a:p>
            <a:pPr>
              <a:lnSpc>
                <a:spcPct val="140000"/>
              </a:lnSpc>
              <a:spcBef>
                <a:spcPct val="0"/>
              </a:spcBef>
              <a:tabLst>
                <a:tab pos="0" algn="l"/>
              </a:tabLst>
            </a:pP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El desarrollo se realizó en Visual Studio </a:t>
            </a:r>
            <a:r>
              <a:rPr lang="es-MX" sz="1400" dirty="0" err="1">
                <a:solidFill>
                  <a:schemeClr val="dk1"/>
                </a:solidFill>
                <a:latin typeface="Lato"/>
                <a:ea typeface="Lato"/>
                <a:cs typeface="+mj-cs"/>
              </a:rPr>
              <a:t>Code</a:t>
            </a: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 y fue probado en navegadores modernos como Chrome.</a:t>
            </a:r>
          </a:p>
          <a:p>
            <a:pPr>
              <a:lnSpc>
                <a:spcPct val="140000"/>
              </a:lnSpc>
              <a:spcBef>
                <a:spcPct val="0"/>
              </a:spcBef>
              <a:tabLst>
                <a:tab pos="0" algn="l"/>
              </a:tabLst>
            </a:pPr>
            <a:endParaRPr lang="es-MX" sz="1400" dirty="0">
              <a:solidFill>
                <a:schemeClr val="dk1"/>
              </a:solidFill>
              <a:latin typeface="Lato"/>
              <a:ea typeface="Lato"/>
              <a:cs typeface="+mj-cs"/>
            </a:endParaRPr>
          </a:p>
          <a:p>
            <a:pPr>
              <a:lnSpc>
                <a:spcPct val="140000"/>
              </a:lnSpc>
              <a:spcBef>
                <a:spcPct val="0"/>
              </a:spcBef>
              <a:tabLst>
                <a:tab pos="0" algn="l"/>
              </a:tabLst>
            </a:pPr>
            <a:r>
              <a:rPr lang="es-MX" sz="14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La aplicación está organizada en diferentes páginas que permiten una navegación clara entre sus módulos.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2009880" y="722880"/>
            <a:ext cx="51145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4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Casos de uso</a:t>
            </a:r>
            <a:endParaRPr lang="es-PE" sz="4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 type="subTitle"/>
          </p:nvPr>
        </p:nvSpPr>
        <p:spPr>
          <a:xfrm>
            <a:off x="2009880" y="2113200"/>
            <a:ext cx="5114520" cy="253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El usuario inicia sesión o accede a la aplicación y entra al </a:t>
            </a:r>
            <a:r>
              <a:rPr lang="es-MX" sz="1200" dirty="0" err="1">
                <a:solidFill>
                  <a:schemeClr val="dk1"/>
                </a:solidFill>
                <a:latin typeface="Lato"/>
                <a:ea typeface="Lato"/>
              </a:rPr>
              <a:t>dashboard</a:t>
            </a: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 principal.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MX" sz="1200" dirty="0">
              <a:solidFill>
                <a:schemeClr val="dk1"/>
              </a:solidFill>
              <a:latin typeface="Lato"/>
              <a:ea typeface="Lato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Desde allí navega entre los diferentes módulos del sistema.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MX" sz="1200" dirty="0">
              <a:solidFill>
                <a:schemeClr val="dk1"/>
              </a:solidFill>
              <a:latin typeface="Lato"/>
              <a:ea typeface="Lato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El usuario puede registrar tareas, iniciar el temporizador y visualizar su progreso de estudio de forma organizada.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Rectángulo 997"/>
          <p:cNvSpPr/>
          <p:nvPr/>
        </p:nvSpPr>
        <p:spPr>
          <a:xfrm>
            <a:off x="5048280" y="440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PE" sz="3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</a:rPr>
              <a:t>Funcionalidades clave</a:t>
            </a:r>
            <a:endParaRPr lang="es-PE" sz="3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000" name="image69deff01340d2" descr="image69deff01340d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9B0126-5BF9-FEB3-64EC-B7E16CCD1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400" y="1319764"/>
            <a:ext cx="4428000" cy="289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endParaRPr lang="es-PE" altLang="es-PE" sz="1200" dirty="0">
              <a:solidFill>
                <a:schemeClr val="dk1"/>
              </a:solidFill>
              <a:latin typeface="Lato"/>
              <a:ea typeface="Lato"/>
              <a:cs typeface="+mj-cs"/>
            </a:endParaRPr>
          </a:p>
          <a:p>
            <a:pPr marL="85725" marR="0" lvl="0" indent="-85725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- </a:t>
            </a:r>
            <a:r>
              <a:rPr lang="es-PE" altLang="es-PE" sz="1200" dirty="0" err="1">
                <a:solidFill>
                  <a:schemeClr val="dk1"/>
                </a:solidFill>
                <a:latin typeface="Lato"/>
                <a:ea typeface="Lato"/>
                <a:cs typeface="+mj-cs"/>
              </a:rPr>
              <a:t>Dashboard</a:t>
            </a: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 principal donde el usuario accede a los módulos de la aplicación. </a:t>
            </a:r>
          </a:p>
          <a:p>
            <a:pPr marL="0" marR="0" lv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- Gestión de tareas para organizar actividades de estudio. </a:t>
            </a:r>
          </a:p>
          <a:p>
            <a:pPr marL="85725" marR="0" lvl="0" indent="-85725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- Temporizador </a:t>
            </a:r>
            <a:r>
              <a:rPr lang="es-PE" altLang="es-PE" sz="1200" dirty="0" err="1">
                <a:solidFill>
                  <a:schemeClr val="dk1"/>
                </a:solidFill>
                <a:latin typeface="Lato"/>
                <a:ea typeface="Lato"/>
                <a:cs typeface="+mj-cs"/>
              </a:rPr>
              <a:t>Pomodoro</a:t>
            </a: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 para controlar el tiempo de     concentración. </a:t>
            </a:r>
          </a:p>
          <a:p>
            <a:pPr marL="0" marR="0" lv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- Visualización de estadísticas y progreso del usuario. </a:t>
            </a:r>
          </a:p>
          <a:p>
            <a:pPr marL="0" marR="0" lv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- Sección de metas para establecer objetivos de aprendizaje. </a:t>
            </a:r>
          </a:p>
          <a:p>
            <a:pPr marL="85725" marR="0" lvl="0" indent="-85725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- Interfaz responsive adaptada a dispositivos móviles y escritorio. </a:t>
            </a:r>
          </a:p>
          <a:p>
            <a:pPr marL="0" marR="0" lv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r>
              <a:rPr lang="es-PE" altLang="es-PE" sz="1200" dirty="0">
                <a:solidFill>
                  <a:schemeClr val="dk1"/>
                </a:solidFill>
                <a:latin typeface="Lato"/>
                <a:ea typeface="Lato"/>
                <a:cs typeface="+mj-cs"/>
              </a:rPr>
              <a:t>- Navegación intuitiva entre todas las secciones del sistema.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2009880" y="708480"/>
            <a:ext cx="51145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40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Conclusiones</a:t>
            </a:r>
            <a:endParaRPr lang="es-PE" sz="4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2"/>
          <p:cNvSpPr>
            <a:spLocks noGrp="1"/>
          </p:cNvSpPr>
          <p:nvPr>
            <p:ph type="subTitle"/>
          </p:nvPr>
        </p:nvSpPr>
        <p:spPr>
          <a:xfrm>
            <a:off x="2009880" y="2098800"/>
            <a:ext cx="5114520" cy="2196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 err="1">
                <a:solidFill>
                  <a:schemeClr val="dk1"/>
                </a:solidFill>
                <a:latin typeface="Lato"/>
                <a:ea typeface="Lato"/>
              </a:rPr>
              <a:t>Focuss</a:t>
            </a: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 es una aplicación web de estudio y productividad que permite organizar tareas, gestionar el tiempo de estudio y dar seguimiento al progreso del usuario.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MX" sz="1200" dirty="0">
              <a:solidFill>
                <a:schemeClr val="dk1"/>
              </a:solidFill>
              <a:latin typeface="Lato"/>
              <a:ea typeface="Lato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s-MX" sz="1200" dirty="0">
                <a:solidFill>
                  <a:schemeClr val="dk1"/>
                </a:solidFill>
                <a:latin typeface="Lato"/>
                <a:ea typeface="Lato"/>
              </a:rPr>
              <a:t>El desarrollo del proyecto permitió aplicar tecnologías como HTML, CSS, JavaScript y Bootstrap, logrando una interfaz moderna, responsiva y fácil de usar.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532;p48">
            <a:extLst>
              <a:ext uri="{FF2B5EF4-FFF2-40B4-BE49-F238E27FC236}">
                <a16:creationId xmlns:a16="http://schemas.microsoft.com/office/drawing/2014/main" id="{7A2BCCDB-8D2E-EF9B-A883-54A2BEF315A5}"/>
              </a:ext>
            </a:extLst>
          </p:cNvPr>
          <p:cNvGrpSpPr/>
          <p:nvPr/>
        </p:nvGrpSpPr>
        <p:grpSpPr>
          <a:xfrm>
            <a:off x="151320" y="306600"/>
            <a:ext cx="1153440" cy="1166400"/>
            <a:chOff x="136080" y="321840"/>
            <a:chExt cx="1153440" cy="1166400"/>
          </a:xfrm>
        </p:grpSpPr>
        <p:sp>
          <p:nvSpPr>
            <p:cNvPr id="5" name="Google Shape;1533;p48">
              <a:extLst>
                <a:ext uri="{FF2B5EF4-FFF2-40B4-BE49-F238E27FC236}">
                  <a16:creationId xmlns:a16="http://schemas.microsoft.com/office/drawing/2014/main" id="{B203EB79-C491-CE5E-1E76-83DCAEA0B3BF}"/>
                </a:ext>
              </a:extLst>
            </p:cNvPr>
            <p:cNvSpPr/>
            <p:nvPr/>
          </p:nvSpPr>
          <p:spPr>
            <a:xfrm>
              <a:off x="243360" y="429120"/>
              <a:ext cx="1046160" cy="1059120"/>
            </a:xfrm>
            <a:custGeom>
              <a:avLst/>
              <a:gdLst>
                <a:gd name="textAreaLeft" fmla="*/ 0 w 1046160"/>
                <a:gd name="textAreaRight" fmla="*/ 1046520 w 1046160"/>
                <a:gd name="textAreaTop" fmla="*/ 0 h 1059120"/>
                <a:gd name="textAreaBottom" fmla="*/ 1059480 h 105912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534;p48">
              <a:extLst>
                <a:ext uri="{FF2B5EF4-FFF2-40B4-BE49-F238E27FC236}">
                  <a16:creationId xmlns:a16="http://schemas.microsoft.com/office/drawing/2014/main" id="{C6CD8FA4-C14D-6909-31E3-35DD7FFD8D8D}"/>
                </a:ext>
              </a:extLst>
            </p:cNvPr>
            <p:cNvSpPr/>
            <p:nvPr/>
          </p:nvSpPr>
          <p:spPr>
            <a:xfrm>
              <a:off x="189720" y="321840"/>
              <a:ext cx="1046160" cy="1059120"/>
            </a:xfrm>
            <a:custGeom>
              <a:avLst/>
              <a:gdLst>
                <a:gd name="textAreaLeft" fmla="*/ 0 w 1046160"/>
                <a:gd name="textAreaRight" fmla="*/ 1046520 w 1046160"/>
                <a:gd name="textAreaTop" fmla="*/ 0 h 1059120"/>
                <a:gd name="textAreaBottom" fmla="*/ 1059480 h 105912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" name="Google Shape;1535;p48">
              <a:extLst>
                <a:ext uri="{FF2B5EF4-FFF2-40B4-BE49-F238E27FC236}">
                  <a16:creationId xmlns:a16="http://schemas.microsoft.com/office/drawing/2014/main" id="{C87E1402-712E-90C4-555A-795C237A25D0}"/>
                </a:ext>
              </a:extLst>
            </p:cNvPr>
            <p:cNvGrpSpPr/>
            <p:nvPr/>
          </p:nvGrpSpPr>
          <p:grpSpPr>
            <a:xfrm>
              <a:off x="136080" y="375480"/>
              <a:ext cx="1044720" cy="1057680"/>
              <a:chOff x="136080" y="375480"/>
              <a:chExt cx="1044720" cy="1057680"/>
            </a:xfrm>
          </p:grpSpPr>
          <p:sp>
            <p:nvSpPr>
              <p:cNvPr id="69" name="Google Shape;1536;p48">
                <a:extLst>
                  <a:ext uri="{FF2B5EF4-FFF2-40B4-BE49-F238E27FC236}">
                    <a16:creationId xmlns:a16="http://schemas.microsoft.com/office/drawing/2014/main" id="{FA5A3B6C-BD9C-A997-5238-FDEFC20C36F7}"/>
                  </a:ext>
                </a:extLst>
              </p:cNvPr>
              <p:cNvSpPr/>
              <p:nvPr/>
            </p:nvSpPr>
            <p:spPr>
              <a:xfrm>
                <a:off x="136080" y="375480"/>
                <a:ext cx="1044720" cy="1057680"/>
              </a:xfrm>
              <a:custGeom>
                <a:avLst/>
                <a:gdLst>
                  <a:gd name="textAreaLeft" fmla="*/ 0 w 1044720"/>
                  <a:gd name="textAreaRight" fmla="*/ 1045080 w 1044720"/>
                  <a:gd name="textAreaTop" fmla="*/ 0 h 1057680"/>
                  <a:gd name="textAreaBottom" fmla="*/ 1058040 h 1057680"/>
                </a:gdLst>
                <a:ahLst/>
                <a:cxnLst/>
                <a:rect l="textAreaLeft" t="textAreaTop" r="textAreaRight" b="textAreaBottom"/>
                <a:pathLst>
                  <a:path w="1959864" h="1983676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1537;p48">
                <a:extLst>
                  <a:ext uri="{FF2B5EF4-FFF2-40B4-BE49-F238E27FC236}">
                    <a16:creationId xmlns:a16="http://schemas.microsoft.com/office/drawing/2014/main" id="{682C61B5-BAD1-93F8-6C7E-345E5B7B5BDE}"/>
                  </a:ext>
                </a:extLst>
              </p:cNvPr>
              <p:cNvSpPr/>
              <p:nvPr/>
            </p:nvSpPr>
            <p:spPr>
              <a:xfrm>
                <a:off x="136080" y="375480"/>
                <a:ext cx="1044720" cy="91440"/>
              </a:xfrm>
              <a:custGeom>
                <a:avLst/>
                <a:gdLst>
                  <a:gd name="textAreaLeft" fmla="*/ 0 w 1044720"/>
                  <a:gd name="textAreaRight" fmla="*/ 1045080 w 104472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959958" h="172307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1" name="Google Shape;1538;p48">
                <a:extLst>
                  <a:ext uri="{FF2B5EF4-FFF2-40B4-BE49-F238E27FC236}">
                    <a16:creationId xmlns:a16="http://schemas.microsoft.com/office/drawing/2014/main" id="{04D4596B-7E0D-ECFC-2FDE-66A527BED05A}"/>
                  </a:ext>
                </a:extLst>
              </p:cNvPr>
              <p:cNvGrpSpPr/>
              <p:nvPr/>
            </p:nvGrpSpPr>
            <p:grpSpPr>
              <a:xfrm>
                <a:off x="184680" y="410760"/>
                <a:ext cx="135360" cy="33840"/>
                <a:chOff x="184680" y="410760"/>
                <a:chExt cx="135360" cy="33840"/>
              </a:xfrm>
            </p:grpSpPr>
            <p:sp>
              <p:nvSpPr>
                <p:cNvPr id="72" name="Google Shape;1539;p48">
                  <a:extLst>
                    <a:ext uri="{FF2B5EF4-FFF2-40B4-BE49-F238E27FC236}">
                      <a16:creationId xmlns:a16="http://schemas.microsoft.com/office/drawing/2014/main" id="{1E6BA2BF-D655-1AF9-9138-0A10F9CB06F8}"/>
                    </a:ext>
                  </a:extLst>
                </p:cNvPr>
                <p:cNvSpPr/>
                <p:nvPr/>
              </p:nvSpPr>
              <p:spPr>
                <a:xfrm>
                  <a:off x="286200" y="41076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1540;p48">
                  <a:extLst>
                    <a:ext uri="{FF2B5EF4-FFF2-40B4-BE49-F238E27FC236}">
                      <a16:creationId xmlns:a16="http://schemas.microsoft.com/office/drawing/2014/main" id="{D1986ABF-C0F0-7376-79A1-9216D10602FB}"/>
                    </a:ext>
                  </a:extLst>
                </p:cNvPr>
                <p:cNvSpPr/>
                <p:nvPr/>
              </p:nvSpPr>
              <p:spPr>
                <a:xfrm>
                  <a:off x="235440" y="41076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1541;p48">
                  <a:extLst>
                    <a:ext uri="{FF2B5EF4-FFF2-40B4-BE49-F238E27FC236}">
                      <a16:creationId xmlns:a16="http://schemas.microsoft.com/office/drawing/2014/main" id="{C3446624-BF64-E310-233C-4DD678BDEF28}"/>
                    </a:ext>
                  </a:extLst>
                </p:cNvPr>
                <p:cNvSpPr/>
                <p:nvPr/>
              </p:nvSpPr>
              <p:spPr>
                <a:xfrm>
                  <a:off x="184680" y="41076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" name="Google Shape;1542;p48">
              <a:extLst>
                <a:ext uri="{FF2B5EF4-FFF2-40B4-BE49-F238E27FC236}">
                  <a16:creationId xmlns:a16="http://schemas.microsoft.com/office/drawing/2014/main" id="{4892C8FE-6E71-AFA5-7545-00C52FDDAD1F}"/>
                </a:ext>
              </a:extLst>
            </p:cNvPr>
            <p:cNvGrpSpPr/>
            <p:nvPr/>
          </p:nvGrpSpPr>
          <p:grpSpPr>
            <a:xfrm>
              <a:off x="280080" y="579600"/>
              <a:ext cx="756720" cy="778320"/>
              <a:chOff x="280080" y="579600"/>
              <a:chExt cx="756720" cy="778320"/>
            </a:xfrm>
          </p:grpSpPr>
          <p:grpSp>
            <p:nvGrpSpPr>
              <p:cNvPr id="36" name="Google Shape;1543;p48">
                <a:extLst>
                  <a:ext uri="{FF2B5EF4-FFF2-40B4-BE49-F238E27FC236}">
                    <a16:creationId xmlns:a16="http://schemas.microsoft.com/office/drawing/2014/main" id="{3771A414-4219-838A-9903-3BB22FC6FB5B}"/>
                  </a:ext>
                </a:extLst>
              </p:cNvPr>
              <p:cNvGrpSpPr/>
              <p:nvPr/>
            </p:nvGrpSpPr>
            <p:grpSpPr>
              <a:xfrm>
                <a:off x="280080" y="1128600"/>
                <a:ext cx="322560" cy="223560"/>
                <a:chOff x="280080" y="1128600"/>
                <a:chExt cx="322560" cy="223560"/>
              </a:xfrm>
            </p:grpSpPr>
            <p:sp>
              <p:nvSpPr>
                <p:cNvPr id="59" name="Google Shape;1544;p48">
                  <a:extLst>
                    <a:ext uri="{FF2B5EF4-FFF2-40B4-BE49-F238E27FC236}">
                      <a16:creationId xmlns:a16="http://schemas.microsoft.com/office/drawing/2014/main" id="{C7013F34-8445-8D03-F5BD-43D992DE6CBF}"/>
                    </a:ext>
                  </a:extLst>
                </p:cNvPr>
                <p:cNvSpPr/>
                <p:nvPr/>
              </p:nvSpPr>
              <p:spPr>
                <a:xfrm>
                  <a:off x="280080" y="1128600"/>
                  <a:ext cx="126000" cy="2772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" name="Google Shape;1545;p48">
                  <a:extLst>
                    <a:ext uri="{FF2B5EF4-FFF2-40B4-BE49-F238E27FC236}">
                      <a16:creationId xmlns:a16="http://schemas.microsoft.com/office/drawing/2014/main" id="{3F97E881-3AA4-8C16-6AB0-37AACFEAB7BF}"/>
                    </a:ext>
                  </a:extLst>
                </p:cNvPr>
                <p:cNvSpPr/>
                <p:nvPr/>
              </p:nvSpPr>
              <p:spPr>
                <a:xfrm>
                  <a:off x="417960" y="1128600"/>
                  <a:ext cx="96840" cy="27720"/>
                </a:xfrm>
                <a:custGeom>
                  <a:avLst/>
                  <a:gdLst>
                    <a:gd name="textAreaLeft" fmla="*/ 0 w 96840"/>
                    <a:gd name="textAreaRight" fmla="*/ 97200 w 968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" name="Google Shape;1546;p48">
                  <a:extLst>
                    <a:ext uri="{FF2B5EF4-FFF2-40B4-BE49-F238E27FC236}">
                      <a16:creationId xmlns:a16="http://schemas.microsoft.com/office/drawing/2014/main" id="{583AC1EB-C084-957E-A545-B137F8135291}"/>
                    </a:ext>
                  </a:extLst>
                </p:cNvPr>
                <p:cNvSpPr/>
                <p:nvPr/>
              </p:nvSpPr>
              <p:spPr>
                <a:xfrm>
                  <a:off x="525600" y="1128600"/>
                  <a:ext cx="77040" cy="27720"/>
                </a:xfrm>
                <a:custGeom>
                  <a:avLst/>
                  <a:gdLst>
                    <a:gd name="textAreaLeft" fmla="*/ 0 w 77040"/>
                    <a:gd name="textAreaRight" fmla="*/ 77400 w 770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1547;p48">
                  <a:extLst>
                    <a:ext uri="{FF2B5EF4-FFF2-40B4-BE49-F238E27FC236}">
                      <a16:creationId xmlns:a16="http://schemas.microsoft.com/office/drawing/2014/main" id="{D46FADF4-F39A-01E7-D9B7-A1BE138FC817}"/>
                    </a:ext>
                  </a:extLst>
                </p:cNvPr>
                <p:cNvSpPr/>
                <p:nvPr/>
              </p:nvSpPr>
              <p:spPr>
                <a:xfrm>
                  <a:off x="342720" y="1194120"/>
                  <a:ext cx="259920" cy="27720"/>
                </a:xfrm>
                <a:custGeom>
                  <a:avLst/>
                  <a:gdLst>
                    <a:gd name="textAreaLeft" fmla="*/ 0 w 259920"/>
                    <a:gd name="textAreaRight" fmla="*/ 260280 w 259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1548;p48">
                  <a:extLst>
                    <a:ext uri="{FF2B5EF4-FFF2-40B4-BE49-F238E27FC236}">
                      <a16:creationId xmlns:a16="http://schemas.microsoft.com/office/drawing/2014/main" id="{7F4CF848-2FE4-CAB7-F9DB-9D1021883A9C}"/>
                    </a:ext>
                  </a:extLst>
                </p:cNvPr>
                <p:cNvSpPr/>
                <p:nvPr/>
              </p:nvSpPr>
              <p:spPr>
                <a:xfrm>
                  <a:off x="280080" y="1194120"/>
                  <a:ext cx="47520" cy="27720"/>
                </a:xfrm>
                <a:custGeom>
                  <a:avLst/>
                  <a:gdLst>
                    <a:gd name="textAreaLeft" fmla="*/ 0 w 47520"/>
                    <a:gd name="textAreaRight" fmla="*/ 47880 w 475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" name="Google Shape;1549;p48">
                  <a:extLst>
                    <a:ext uri="{FF2B5EF4-FFF2-40B4-BE49-F238E27FC236}">
                      <a16:creationId xmlns:a16="http://schemas.microsoft.com/office/drawing/2014/main" id="{BE7C8CD8-9B5B-8E52-685F-C027F930F0BE}"/>
                    </a:ext>
                  </a:extLst>
                </p:cNvPr>
                <p:cNvSpPr/>
                <p:nvPr/>
              </p:nvSpPr>
              <p:spPr>
                <a:xfrm>
                  <a:off x="423720" y="1259280"/>
                  <a:ext cx="122760" cy="277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" name="Google Shape;1550;p48">
                  <a:extLst>
                    <a:ext uri="{FF2B5EF4-FFF2-40B4-BE49-F238E27FC236}">
                      <a16:creationId xmlns:a16="http://schemas.microsoft.com/office/drawing/2014/main" id="{74DC8ECA-F745-BD38-6C96-B739E30BAF69}"/>
                    </a:ext>
                  </a:extLst>
                </p:cNvPr>
                <p:cNvSpPr/>
                <p:nvPr/>
              </p:nvSpPr>
              <p:spPr>
                <a:xfrm>
                  <a:off x="558360" y="1259280"/>
                  <a:ext cx="43920" cy="27720"/>
                </a:xfrm>
                <a:custGeom>
                  <a:avLst/>
                  <a:gdLst>
                    <a:gd name="textAreaLeft" fmla="*/ 0 w 43920"/>
                    <a:gd name="textAreaRight" fmla="*/ 44280 w 43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1551;p48">
                  <a:extLst>
                    <a:ext uri="{FF2B5EF4-FFF2-40B4-BE49-F238E27FC236}">
                      <a16:creationId xmlns:a16="http://schemas.microsoft.com/office/drawing/2014/main" id="{63260D7B-58D9-7D0A-206D-2B36E0FB5CC9}"/>
                    </a:ext>
                  </a:extLst>
                </p:cNvPr>
                <p:cNvSpPr/>
                <p:nvPr/>
              </p:nvSpPr>
              <p:spPr>
                <a:xfrm>
                  <a:off x="280080" y="1259280"/>
                  <a:ext cx="131760" cy="27720"/>
                </a:xfrm>
                <a:custGeom>
                  <a:avLst/>
                  <a:gdLst>
                    <a:gd name="textAreaLeft" fmla="*/ 0 w 131760"/>
                    <a:gd name="textAreaRight" fmla="*/ 132120 w 131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" name="Google Shape;1552;p48">
                  <a:extLst>
                    <a:ext uri="{FF2B5EF4-FFF2-40B4-BE49-F238E27FC236}">
                      <a16:creationId xmlns:a16="http://schemas.microsoft.com/office/drawing/2014/main" id="{F75B177C-8A84-31AC-5E5F-BE6A53399B18}"/>
                    </a:ext>
                  </a:extLst>
                </p:cNvPr>
                <p:cNvSpPr/>
                <p:nvPr/>
              </p:nvSpPr>
              <p:spPr>
                <a:xfrm>
                  <a:off x="372960" y="1324440"/>
                  <a:ext cx="106920" cy="27720"/>
                </a:xfrm>
                <a:custGeom>
                  <a:avLst/>
                  <a:gdLst>
                    <a:gd name="textAreaLeft" fmla="*/ 0 w 106920"/>
                    <a:gd name="textAreaRight" fmla="*/ 107280 w 106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" name="Google Shape;1553;p48">
                  <a:extLst>
                    <a:ext uri="{FF2B5EF4-FFF2-40B4-BE49-F238E27FC236}">
                      <a16:creationId xmlns:a16="http://schemas.microsoft.com/office/drawing/2014/main" id="{00FFD018-8C99-770F-B7F5-2FC63229BA66}"/>
                    </a:ext>
                  </a:extLst>
                </p:cNvPr>
                <p:cNvSpPr/>
                <p:nvPr/>
              </p:nvSpPr>
              <p:spPr>
                <a:xfrm>
                  <a:off x="280080" y="1324440"/>
                  <a:ext cx="80280" cy="27720"/>
                </a:xfrm>
                <a:custGeom>
                  <a:avLst/>
                  <a:gdLst>
                    <a:gd name="textAreaLeft" fmla="*/ 0 w 80280"/>
                    <a:gd name="textAreaRight" fmla="*/ 80640 w 8028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" name="Google Shape;1554;p48">
                <a:extLst>
                  <a:ext uri="{FF2B5EF4-FFF2-40B4-BE49-F238E27FC236}">
                    <a16:creationId xmlns:a16="http://schemas.microsoft.com/office/drawing/2014/main" id="{1B981DDB-4879-2CE7-D3C7-362590350AD5}"/>
                  </a:ext>
                </a:extLst>
              </p:cNvPr>
              <p:cNvGrpSpPr/>
              <p:nvPr/>
            </p:nvGrpSpPr>
            <p:grpSpPr>
              <a:xfrm>
                <a:off x="713880" y="579600"/>
                <a:ext cx="322560" cy="223560"/>
                <a:chOff x="713880" y="579600"/>
                <a:chExt cx="322560" cy="223560"/>
              </a:xfrm>
            </p:grpSpPr>
            <p:sp>
              <p:nvSpPr>
                <p:cNvPr id="49" name="Google Shape;1555;p48">
                  <a:extLst>
                    <a:ext uri="{FF2B5EF4-FFF2-40B4-BE49-F238E27FC236}">
                      <a16:creationId xmlns:a16="http://schemas.microsoft.com/office/drawing/2014/main" id="{15A744FD-CFA6-700E-A894-6DA7B9EE78C0}"/>
                    </a:ext>
                  </a:extLst>
                </p:cNvPr>
                <p:cNvSpPr/>
                <p:nvPr/>
              </p:nvSpPr>
              <p:spPr>
                <a:xfrm>
                  <a:off x="713880" y="579600"/>
                  <a:ext cx="126000" cy="2772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1556;p48">
                  <a:extLst>
                    <a:ext uri="{FF2B5EF4-FFF2-40B4-BE49-F238E27FC236}">
                      <a16:creationId xmlns:a16="http://schemas.microsoft.com/office/drawing/2014/main" id="{DB86F9F5-A264-A7B3-E054-39CFB8303045}"/>
                    </a:ext>
                  </a:extLst>
                </p:cNvPr>
                <p:cNvSpPr/>
                <p:nvPr/>
              </p:nvSpPr>
              <p:spPr>
                <a:xfrm>
                  <a:off x="851760" y="579600"/>
                  <a:ext cx="96840" cy="27720"/>
                </a:xfrm>
                <a:custGeom>
                  <a:avLst/>
                  <a:gdLst>
                    <a:gd name="textAreaLeft" fmla="*/ 0 w 96840"/>
                    <a:gd name="textAreaRight" fmla="*/ 97200 w 968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1557;p48">
                  <a:extLst>
                    <a:ext uri="{FF2B5EF4-FFF2-40B4-BE49-F238E27FC236}">
                      <a16:creationId xmlns:a16="http://schemas.microsoft.com/office/drawing/2014/main" id="{47E131D5-6BE1-850F-4246-0E5BE4BCBFAD}"/>
                    </a:ext>
                  </a:extLst>
                </p:cNvPr>
                <p:cNvSpPr/>
                <p:nvPr/>
              </p:nvSpPr>
              <p:spPr>
                <a:xfrm>
                  <a:off x="959400" y="579600"/>
                  <a:ext cx="77040" cy="27720"/>
                </a:xfrm>
                <a:custGeom>
                  <a:avLst/>
                  <a:gdLst>
                    <a:gd name="textAreaLeft" fmla="*/ 0 w 77040"/>
                    <a:gd name="textAreaRight" fmla="*/ 77400 w 770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1558;p48">
                  <a:extLst>
                    <a:ext uri="{FF2B5EF4-FFF2-40B4-BE49-F238E27FC236}">
                      <a16:creationId xmlns:a16="http://schemas.microsoft.com/office/drawing/2014/main" id="{114763EC-2708-FFF8-A34F-33F6E07A294F}"/>
                    </a:ext>
                  </a:extLst>
                </p:cNvPr>
                <p:cNvSpPr/>
                <p:nvPr/>
              </p:nvSpPr>
              <p:spPr>
                <a:xfrm>
                  <a:off x="776520" y="644760"/>
                  <a:ext cx="259920" cy="27720"/>
                </a:xfrm>
                <a:custGeom>
                  <a:avLst/>
                  <a:gdLst>
                    <a:gd name="textAreaLeft" fmla="*/ 0 w 259920"/>
                    <a:gd name="textAreaRight" fmla="*/ 260280 w 259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" name="Google Shape;1559;p48">
                  <a:extLst>
                    <a:ext uri="{FF2B5EF4-FFF2-40B4-BE49-F238E27FC236}">
                      <a16:creationId xmlns:a16="http://schemas.microsoft.com/office/drawing/2014/main" id="{4B832732-9AB9-A8FE-309C-AE861D55EC94}"/>
                    </a:ext>
                  </a:extLst>
                </p:cNvPr>
                <p:cNvSpPr/>
                <p:nvPr/>
              </p:nvSpPr>
              <p:spPr>
                <a:xfrm>
                  <a:off x="713880" y="644760"/>
                  <a:ext cx="47520" cy="27720"/>
                </a:xfrm>
                <a:custGeom>
                  <a:avLst/>
                  <a:gdLst>
                    <a:gd name="textAreaLeft" fmla="*/ 0 w 47520"/>
                    <a:gd name="textAreaRight" fmla="*/ 47880 w 475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" name="Google Shape;1560;p48">
                  <a:extLst>
                    <a:ext uri="{FF2B5EF4-FFF2-40B4-BE49-F238E27FC236}">
                      <a16:creationId xmlns:a16="http://schemas.microsoft.com/office/drawing/2014/main" id="{E23D1142-2B0F-AD00-9EE6-FA10BF568AB0}"/>
                    </a:ext>
                  </a:extLst>
                </p:cNvPr>
                <p:cNvSpPr/>
                <p:nvPr/>
              </p:nvSpPr>
              <p:spPr>
                <a:xfrm>
                  <a:off x="857520" y="709920"/>
                  <a:ext cx="122760" cy="277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" name="Google Shape;1561;p48">
                  <a:extLst>
                    <a:ext uri="{FF2B5EF4-FFF2-40B4-BE49-F238E27FC236}">
                      <a16:creationId xmlns:a16="http://schemas.microsoft.com/office/drawing/2014/main" id="{7CC77D00-4FE8-31E7-A887-392EBE714932}"/>
                    </a:ext>
                  </a:extLst>
                </p:cNvPr>
                <p:cNvSpPr/>
                <p:nvPr/>
              </p:nvSpPr>
              <p:spPr>
                <a:xfrm>
                  <a:off x="992160" y="709920"/>
                  <a:ext cx="43920" cy="27720"/>
                </a:xfrm>
                <a:custGeom>
                  <a:avLst/>
                  <a:gdLst>
                    <a:gd name="textAreaLeft" fmla="*/ 0 w 43920"/>
                    <a:gd name="textAreaRight" fmla="*/ 44280 w 43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" name="Google Shape;1562;p48">
                  <a:extLst>
                    <a:ext uri="{FF2B5EF4-FFF2-40B4-BE49-F238E27FC236}">
                      <a16:creationId xmlns:a16="http://schemas.microsoft.com/office/drawing/2014/main" id="{E7BC7E83-BBC0-88DB-BA92-CDF8129E7406}"/>
                    </a:ext>
                  </a:extLst>
                </p:cNvPr>
                <p:cNvSpPr/>
                <p:nvPr/>
              </p:nvSpPr>
              <p:spPr>
                <a:xfrm>
                  <a:off x="713880" y="709920"/>
                  <a:ext cx="131760" cy="27720"/>
                </a:xfrm>
                <a:custGeom>
                  <a:avLst/>
                  <a:gdLst>
                    <a:gd name="textAreaLeft" fmla="*/ 0 w 131760"/>
                    <a:gd name="textAreaRight" fmla="*/ 132120 w 131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" name="Google Shape;1563;p48">
                  <a:extLst>
                    <a:ext uri="{FF2B5EF4-FFF2-40B4-BE49-F238E27FC236}">
                      <a16:creationId xmlns:a16="http://schemas.microsoft.com/office/drawing/2014/main" id="{1AC1A06C-9BFA-79F6-9148-10FF81388A21}"/>
                    </a:ext>
                  </a:extLst>
                </p:cNvPr>
                <p:cNvSpPr/>
                <p:nvPr/>
              </p:nvSpPr>
              <p:spPr>
                <a:xfrm>
                  <a:off x="806760" y="775440"/>
                  <a:ext cx="106920" cy="27720"/>
                </a:xfrm>
                <a:custGeom>
                  <a:avLst/>
                  <a:gdLst>
                    <a:gd name="textAreaLeft" fmla="*/ 0 w 106920"/>
                    <a:gd name="textAreaRight" fmla="*/ 107280 w 106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" name="Google Shape;1564;p48">
                  <a:extLst>
                    <a:ext uri="{FF2B5EF4-FFF2-40B4-BE49-F238E27FC236}">
                      <a16:creationId xmlns:a16="http://schemas.microsoft.com/office/drawing/2014/main" id="{1F3EBD91-445F-797E-B231-5D39E0CDD053}"/>
                    </a:ext>
                  </a:extLst>
                </p:cNvPr>
                <p:cNvSpPr/>
                <p:nvPr/>
              </p:nvSpPr>
              <p:spPr>
                <a:xfrm>
                  <a:off x="713880" y="775440"/>
                  <a:ext cx="80280" cy="27720"/>
                </a:xfrm>
                <a:custGeom>
                  <a:avLst/>
                  <a:gdLst>
                    <a:gd name="textAreaLeft" fmla="*/ 0 w 80280"/>
                    <a:gd name="textAreaRight" fmla="*/ 80640 w 8028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" name="Google Shape;1565;p48">
                <a:extLst>
                  <a:ext uri="{FF2B5EF4-FFF2-40B4-BE49-F238E27FC236}">
                    <a16:creationId xmlns:a16="http://schemas.microsoft.com/office/drawing/2014/main" id="{440BAD40-742B-7AA7-C9C4-254D8D19B687}"/>
                  </a:ext>
                </a:extLst>
              </p:cNvPr>
              <p:cNvGrpSpPr/>
              <p:nvPr/>
            </p:nvGrpSpPr>
            <p:grpSpPr>
              <a:xfrm>
                <a:off x="713880" y="856800"/>
                <a:ext cx="322560" cy="161280"/>
                <a:chOff x="713880" y="856800"/>
                <a:chExt cx="322560" cy="161280"/>
              </a:xfrm>
            </p:grpSpPr>
            <p:sp>
              <p:nvSpPr>
                <p:cNvPr id="41" name="Google Shape;1566;p48">
                  <a:extLst>
                    <a:ext uri="{FF2B5EF4-FFF2-40B4-BE49-F238E27FC236}">
                      <a16:creationId xmlns:a16="http://schemas.microsoft.com/office/drawing/2014/main" id="{2908D725-FC7E-E0D5-481F-2984FD52F394}"/>
                    </a:ext>
                  </a:extLst>
                </p:cNvPr>
                <p:cNvSpPr/>
                <p:nvPr/>
              </p:nvSpPr>
              <p:spPr>
                <a:xfrm>
                  <a:off x="713880" y="856800"/>
                  <a:ext cx="126000" cy="2772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1567;p48">
                  <a:extLst>
                    <a:ext uri="{FF2B5EF4-FFF2-40B4-BE49-F238E27FC236}">
                      <a16:creationId xmlns:a16="http://schemas.microsoft.com/office/drawing/2014/main" id="{3B92B7CA-156F-4323-26B1-2EBF4281641F}"/>
                    </a:ext>
                  </a:extLst>
                </p:cNvPr>
                <p:cNvSpPr/>
                <p:nvPr/>
              </p:nvSpPr>
              <p:spPr>
                <a:xfrm>
                  <a:off x="851760" y="856800"/>
                  <a:ext cx="96840" cy="27720"/>
                </a:xfrm>
                <a:custGeom>
                  <a:avLst/>
                  <a:gdLst>
                    <a:gd name="textAreaLeft" fmla="*/ 0 w 96840"/>
                    <a:gd name="textAreaRight" fmla="*/ 97200 w 968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1568;p48">
                  <a:extLst>
                    <a:ext uri="{FF2B5EF4-FFF2-40B4-BE49-F238E27FC236}">
                      <a16:creationId xmlns:a16="http://schemas.microsoft.com/office/drawing/2014/main" id="{BC354C32-B5A9-717A-3212-52146465E6FD}"/>
                    </a:ext>
                  </a:extLst>
                </p:cNvPr>
                <p:cNvSpPr/>
                <p:nvPr/>
              </p:nvSpPr>
              <p:spPr>
                <a:xfrm>
                  <a:off x="959400" y="856800"/>
                  <a:ext cx="77040" cy="27720"/>
                </a:xfrm>
                <a:custGeom>
                  <a:avLst/>
                  <a:gdLst>
                    <a:gd name="textAreaLeft" fmla="*/ 0 w 77040"/>
                    <a:gd name="textAreaRight" fmla="*/ 77400 w 770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" name="Google Shape;1569;p48">
                  <a:extLst>
                    <a:ext uri="{FF2B5EF4-FFF2-40B4-BE49-F238E27FC236}">
                      <a16:creationId xmlns:a16="http://schemas.microsoft.com/office/drawing/2014/main" id="{40EEFEC4-9F68-4D03-F82D-8565221EBB18}"/>
                    </a:ext>
                  </a:extLst>
                </p:cNvPr>
                <p:cNvSpPr/>
                <p:nvPr/>
              </p:nvSpPr>
              <p:spPr>
                <a:xfrm>
                  <a:off x="857520" y="925200"/>
                  <a:ext cx="122760" cy="277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" name="Google Shape;1570;p48">
                  <a:extLst>
                    <a:ext uri="{FF2B5EF4-FFF2-40B4-BE49-F238E27FC236}">
                      <a16:creationId xmlns:a16="http://schemas.microsoft.com/office/drawing/2014/main" id="{6837C5F4-C9FE-D3E8-2A65-B4D25F3FA786}"/>
                    </a:ext>
                  </a:extLst>
                </p:cNvPr>
                <p:cNvSpPr/>
                <p:nvPr/>
              </p:nvSpPr>
              <p:spPr>
                <a:xfrm>
                  <a:off x="992160" y="925200"/>
                  <a:ext cx="43920" cy="27720"/>
                </a:xfrm>
                <a:custGeom>
                  <a:avLst/>
                  <a:gdLst>
                    <a:gd name="textAreaLeft" fmla="*/ 0 w 43920"/>
                    <a:gd name="textAreaRight" fmla="*/ 44280 w 43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1571;p48">
                  <a:extLst>
                    <a:ext uri="{FF2B5EF4-FFF2-40B4-BE49-F238E27FC236}">
                      <a16:creationId xmlns:a16="http://schemas.microsoft.com/office/drawing/2014/main" id="{BB7B8B41-A099-BB3F-5382-C147672E551B}"/>
                    </a:ext>
                  </a:extLst>
                </p:cNvPr>
                <p:cNvSpPr/>
                <p:nvPr/>
              </p:nvSpPr>
              <p:spPr>
                <a:xfrm>
                  <a:off x="713880" y="925200"/>
                  <a:ext cx="131760" cy="27720"/>
                </a:xfrm>
                <a:custGeom>
                  <a:avLst/>
                  <a:gdLst>
                    <a:gd name="textAreaLeft" fmla="*/ 0 w 131760"/>
                    <a:gd name="textAreaRight" fmla="*/ 132120 w 131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" name="Google Shape;1572;p48">
                  <a:extLst>
                    <a:ext uri="{FF2B5EF4-FFF2-40B4-BE49-F238E27FC236}">
                      <a16:creationId xmlns:a16="http://schemas.microsoft.com/office/drawing/2014/main" id="{71032785-1068-E0B2-A579-C11BB3FB6862}"/>
                    </a:ext>
                  </a:extLst>
                </p:cNvPr>
                <p:cNvSpPr/>
                <p:nvPr/>
              </p:nvSpPr>
              <p:spPr>
                <a:xfrm>
                  <a:off x="806760" y="990360"/>
                  <a:ext cx="106920" cy="27720"/>
                </a:xfrm>
                <a:custGeom>
                  <a:avLst/>
                  <a:gdLst>
                    <a:gd name="textAreaLeft" fmla="*/ 0 w 106920"/>
                    <a:gd name="textAreaRight" fmla="*/ 107280 w 106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1573;p48">
                  <a:extLst>
                    <a:ext uri="{FF2B5EF4-FFF2-40B4-BE49-F238E27FC236}">
                      <a16:creationId xmlns:a16="http://schemas.microsoft.com/office/drawing/2014/main" id="{0279EB57-95AC-980E-E9DD-E4970A5F7F9F}"/>
                    </a:ext>
                  </a:extLst>
                </p:cNvPr>
                <p:cNvSpPr/>
                <p:nvPr/>
              </p:nvSpPr>
              <p:spPr>
                <a:xfrm>
                  <a:off x="713880" y="990360"/>
                  <a:ext cx="80280" cy="27720"/>
                </a:xfrm>
                <a:custGeom>
                  <a:avLst/>
                  <a:gdLst>
                    <a:gd name="textAreaLeft" fmla="*/ 0 w 80280"/>
                    <a:gd name="textAreaRight" fmla="*/ 80640 w 8028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9" name="Google Shape;1574;p48">
                <a:extLst>
                  <a:ext uri="{FF2B5EF4-FFF2-40B4-BE49-F238E27FC236}">
                    <a16:creationId xmlns:a16="http://schemas.microsoft.com/office/drawing/2014/main" id="{8DBED516-5CF8-CF2C-FBC7-37A8DD1B0D02}"/>
                  </a:ext>
                </a:extLst>
              </p:cNvPr>
              <p:cNvSpPr/>
              <p:nvPr/>
            </p:nvSpPr>
            <p:spPr>
              <a:xfrm>
                <a:off x="713880" y="1124280"/>
                <a:ext cx="322920" cy="233640"/>
              </a:xfrm>
              <a:custGeom>
                <a:avLst/>
                <a:gdLst>
                  <a:gd name="textAreaLeft" fmla="*/ 0 w 322920"/>
                  <a:gd name="textAreaRight" fmla="*/ 323280 w 322920"/>
                  <a:gd name="textAreaTop" fmla="*/ 0 h 233640"/>
                  <a:gd name="textAreaBottom" fmla="*/ 234000 h 233640"/>
                </a:gdLst>
                <a:ahLst/>
                <a:cxnLst/>
                <a:rect l="textAreaLeft" t="textAreaTop" r="textAreaRight" b="textAreaBottom"/>
                <a:pathLst>
                  <a:path w="605885" h="438816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" name="Google Shape;1575;p48">
                <a:extLst>
                  <a:ext uri="{FF2B5EF4-FFF2-40B4-BE49-F238E27FC236}">
                    <a16:creationId xmlns:a16="http://schemas.microsoft.com/office/drawing/2014/main" id="{64B7B07B-6426-30DF-0514-968267D9C628}"/>
                  </a:ext>
                </a:extLst>
              </p:cNvPr>
              <p:cNvSpPr/>
              <p:nvPr/>
            </p:nvSpPr>
            <p:spPr>
              <a:xfrm>
                <a:off x="280080" y="582480"/>
                <a:ext cx="322920" cy="434520"/>
              </a:xfrm>
              <a:custGeom>
                <a:avLst/>
                <a:gdLst>
                  <a:gd name="textAreaLeft" fmla="*/ 0 w 322920"/>
                  <a:gd name="textAreaRight" fmla="*/ 323280 w 322920"/>
                  <a:gd name="textAreaTop" fmla="*/ 0 h 434520"/>
                  <a:gd name="textAreaBottom" fmla="*/ 434880 h 434520"/>
                </a:gdLst>
                <a:ahLst/>
                <a:cxnLst/>
                <a:rect l="textAreaLeft" t="textAreaTop" r="textAreaRight" b="textAreaBottom"/>
                <a:pathLst>
                  <a:path w="605885" h="815149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" name="Google Shape;1576;p48">
              <a:extLst>
                <a:ext uri="{FF2B5EF4-FFF2-40B4-BE49-F238E27FC236}">
                  <a16:creationId xmlns:a16="http://schemas.microsoft.com/office/drawing/2014/main" id="{D182FF09-20BD-D1F9-2CBC-AF6F25758068}"/>
                </a:ext>
              </a:extLst>
            </p:cNvPr>
            <p:cNvGrpSpPr/>
            <p:nvPr/>
          </p:nvGrpSpPr>
          <p:grpSpPr>
            <a:xfrm>
              <a:off x="230400" y="546840"/>
              <a:ext cx="415800" cy="506520"/>
              <a:chOff x="230400" y="546840"/>
              <a:chExt cx="415800" cy="506520"/>
            </a:xfrm>
          </p:grpSpPr>
          <p:grpSp>
            <p:nvGrpSpPr>
              <p:cNvPr id="19" name="Google Shape;1577;p48">
                <a:extLst>
                  <a:ext uri="{FF2B5EF4-FFF2-40B4-BE49-F238E27FC236}">
                    <a16:creationId xmlns:a16="http://schemas.microsoft.com/office/drawing/2014/main" id="{9EE90D59-BE32-BE29-7EC2-A553253F43C5}"/>
                  </a:ext>
                </a:extLst>
              </p:cNvPr>
              <p:cNvGrpSpPr/>
              <p:nvPr/>
            </p:nvGrpSpPr>
            <p:grpSpPr>
              <a:xfrm>
                <a:off x="241560" y="558000"/>
                <a:ext cx="398520" cy="489240"/>
                <a:chOff x="241560" y="558000"/>
                <a:chExt cx="398520" cy="489240"/>
              </a:xfrm>
            </p:grpSpPr>
            <p:sp>
              <p:nvSpPr>
                <p:cNvPr id="32" name="Google Shape;1578;p48">
                  <a:extLst>
                    <a:ext uri="{FF2B5EF4-FFF2-40B4-BE49-F238E27FC236}">
                      <a16:creationId xmlns:a16="http://schemas.microsoft.com/office/drawing/2014/main" id="{AF4306AA-0E39-ECF8-7266-2F0FFA006FE8}"/>
                    </a:ext>
                  </a:extLst>
                </p:cNvPr>
                <p:cNvSpPr/>
                <p:nvPr/>
              </p:nvSpPr>
              <p:spPr>
                <a:xfrm>
                  <a:off x="248400" y="1042560"/>
                  <a:ext cx="372960" cy="4680"/>
                </a:xfrm>
                <a:custGeom>
                  <a:avLst/>
                  <a:gdLst>
                    <a:gd name="textAreaLeft" fmla="*/ 0 w 372960"/>
                    <a:gd name="textAreaRight" fmla="*/ 373320 w 372960"/>
                    <a:gd name="textAreaTop" fmla="*/ 0 h 4680"/>
                    <a:gd name="textAreaBottom" fmla="*/ 5040 h 468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" bIns="2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" name="Google Shape;1579;p48">
                  <a:extLst>
                    <a:ext uri="{FF2B5EF4-FFF2-40B4-BE49-F238E27FC236}">
                      <a16:creationId xmlns:a16="http://schemas.microsoft.com/office/drawing/2014/main" id="{C3609844-CCA0-E206-CE66-24C6EE222E3E}"/>
                    </a:ext>
                  </a:extLst>
                </p:cNvPr>
                <p:cNvSpPr/>
                <p:nvPr/>
              </p:nvSpPr>
              <p:spPr>
                <a:xfrm>
                  <a:off x="241560" y="564480"/>
                  <a:ext cx="4680" cy="464040"/>
                </a:xfrm>
                <a:custGeom>
                  <a:avLst/>
                  <a:gdLst>
                    <a:gd name="textAreaLeft" fmla="*/ 0 w 4680"/>
                    <a:gd name="textAreaRight" fmla="*/ 5040 w 4680"/>
                    <a:gd name="textAreaTop" fmla="*/ 0 h 464040"/>
                    <a:gd name="textAreaBottom" fmla="*/ 464400 h 46404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" name="Google Shape;1580;p48">
                  <a:extLst>
                    <a:ext uri="{FF2B5EF4-FFF2-40B4-BE49-F238E27FC236}">
                      <a16:creationId xmlns:a16="http://schemas.microsoft.com/office/drawing/2014/main" id="{E8A3F761-B351-1CE9-4CFB-5AA766D2A465}"/>
                    </a:ext>
                  </a:extLst>
                </p:cNvPr>
                <p:cNvSpPr/>
                <p:nvPr/>
              </p:nvSpPr>
              <p:spPr>
                <a:xfrm>
                  <a:off x="255240" y="558000"/>
                  <a:ext cx="372960" cy="4680"/>
                </a:xfrm>
                <a:custGeom>
                  <a:avLst/>
                  <a:gdLst>
                    <a:gd name="textAreaLeft" fmla="*/ 0 w 372960"/>
                    <a:gd name="textAreaRight" fmla="*/ 373320 w 372960"/>
                    <a:gd name="textAreaTop" fmla="*/ 0 h 4680"/>
                    <a:gd name="textAreaBottom" fmla="*/ 5040 h 468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" bIns="2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1581;p48">
                  <a:extLst>
                    <a:ext uri="{FF2B5EF4-FFF2-40B4-BE49-F238E27FC236}">
                      <a16:creationId xmlns:a16="http://schemas.microsoft.com/office/drawing/2014/main" id="{1B0B98A1-A6E1-6E6B-DDD0-72E1DA290CEF}"/>
                    </a:ext>
                  </a:extLst>
                </p:cNvPr>
                <p:cNvSpPr/>
                <p:nvPr/>
              </p:nvSpPr>
              <p:spPr>
                <a:xfrm>
                  <a:off x="635400" y="571320"/>
                  <a:ext cx="4680" cy="464040"/>
                </a:xfrm>
                <a:custGeom>
                  <a:avLst/>
                  <a:gdLst>
                    <a:gd name="textAreaLeft" fmla="*/ 0 w 4680"/>
                    <a:gd name="textAreaRight" fmla="*/ 5040 w 4680"/>
                    <a:gd name="textAreaTop" fmla="*/ 0 h 464040"/>
                    <a:gd name="textAreaBottom" fmla="*/ 464400 h 46404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" name="Google Shape;1582;p48">
                <a:extLst>
                  <a:ext uri="{FF2B5EF4-FFF2-40B4-BE49-F238E27FC236}">
                    <a16:creationId xmlns:a16="http://schemas.microsoft.com/office/drawing/2014/main" id="{C8EB3AA2-F049-7FBC-8ED3-AEFECCFBED1D}"/>
                  </a:ext>
                </a:extLst>
              </p:cNvPr>
              <p:cNvGrpSpPr/>
              <p:nvPr/>
            </p:nvGrpSpPr>
            <p:grpSpPr>
              <a:xfrm>
                <a:off x="230400" y="546840"/>
                <a:ext cx="415800" cy="506520"/>
                <a:chOff x="230400" y="546840"/>
                <a:chExt cx="415800" cy="506520"/>
              </a:xfrm>
            </p:grpSpPr>
            <p:grpSp>
              <p:nvGrpSpPr>
                <p:cNvPr id="21" name="Google Shape;1583;p48">
                  <a:extLst>
                    <a:ext uri="{FF2B5EF4-FFF2-40B4-BE49-F238E27FC236}">
                      <a16:creationId xmlns:a16="http://schemas.microsoft.com/office/drawing/2014/main" id="{3C12DF6D-A08E-1B22-208B-F45F4516A6EB}"/>
                    </a:ext>
                  </a:extLst>
                </p:cNvPr>
                <p:cNvGrpSpPr/>
                <p:nvPr/>
              </p:nvGrpSpPr>
              <p:grpSpPr>
                <a:xfrm>
                  <a:off x="230400" y="546840"/>
                  <a:ext cx="415800" cy="21960"/>
                  <a:chOff x="230400" y="546840"/>
                  <a:chExt cx="415800" cy="21960"/>
                </a:xfrm>
              </p:grpSpPr>
              <p:sp>
                <p:nvSpPr>
                  <p:cNvPr id="29" name="Google Shape;1584;p48">
                    <a:extLst>
                      <a:ext uri="{FF2B5EF4-FFF2-40B4-BE49-F238E27FC236}">
                        <a16:creationId xmlns:a16="http://schemas.microsoft.com/office/drawing/2014/main" id="{006508CE-7DC2-5671-6356-A647AF8C03A6}"/>
                      </a:ext>
                    </a:extLst>
                  </p:cNvPr>
                  <p:cNvSpPr/>
                  <p:nvPr/>
                </p:nvSpPr>
                <p:spPr>
                  <a:xfrm>
                    <a:off x="230400" y="54684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" name="Google Shape;1585;p48">
                    <a:extLst>
                      <a:ext uri="{FF2B5EF4-FFF2-40B4-BE49-F238E27FC236}">
                        <a16:creationId xmlns:a16="http://schemas.microsoft.com/office/drawing/2014/main" id="{7B048FE3-3C69-7BF3-DD75-D2D0CAEDE459}"/>
                      </a:ext>
                    </a:extLst>
                  </p:cNvPr>
                  <p:cNvSpPr/>
                  <p:nvPr/>
                </p:nvSpPr>
                <p:spPr>
                  <a:xfrm>
                    <a:off x="427320" y="54684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" name="Google Shape;1586;p48">
                    <a:extLst>
                      <a:ext uri="{FF2B5EF4-FFF2-40B4-BE49-F238E27FC236}">
                        <a16:creationId xmlns:a16="http://schemas.microsoft.com/office/drawing/2014/main" id="{BC8A157C-A346-B5F5-7515-28C4F2695010}"/>
                      </a:ext>
                    </a:extLst>
                  </p:cNvPr>
                  <p:cNvSpPr/>
                  <p:nvPr/>
                </p:nvSpPr>
                <p:spPr>
                  <a:xfrm>
                    <a:off x="624240" y="54684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2" name="Google Shape;1587;p48">
                  <a:extLst>
                    <a:ext uri="{FF2B5EF4-FFF2-40B4-BE49-F238E27FC236}">
                      <a16:creationId xmlns:a16="http://schemas.microsoft.com/office/drawing/2014/main" id="{88A5E342-D3FD-BD77-04C4-C53918CD7050}"/>
                    </a:ext>
                  </a:extLst>
                </p:cNvPr>
                <p:cNvGrpSpPr/>
                <p:nvPr/>
              </p:nvGrpSpPr>
              <p:grpSpPr>
                <a:xfrm>
                  <a:off x="230400" y="789120"/>
                  <a:ext cx="415800" cy="21960"/>
                  <a:chOff x="230400" y="789120"/>
                  <a:chExt cx="415800" cy="21960"/>
                </a:xfrm>
              </p:grpSpPr>
              <p:sp>
                <p:nvSpPr>
                  <p:cNvPr id="27" name="Google Shape;1588;p48">
                    <a:extLst>
                      <a:ext uri="{FF2B5EF4-FFF2-40B4-BE49-F238E27FC236}">
                        <a16:creationId xmlns:a16="http://schemas.microsoft.com/office/drawing/2014/main" id="{1CA9DF0F-DD64-3FA8-17C6-64D1A26B801D}"/>
                      </a:ext>
                    </a:extLst>
                  </p:cNvPr>
                  <p:cNvSpPr/>
                  <p:nvPr/>
                </p:nvSpPr>
                <p:spPr>
                  <a:xfrm>
                    <a:off x="230400" y="78912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8" name="Google Shape;1589;p48">
                    <a:extLst>
                      <a:ext uri="{FF2B5EF4-FFF2-40B4-BE49-F238E27FC236}">
                        <a16:creationId xmlns:a16="http://schemas.microsoft.com/office/drawing/2014/main" id="{86190FB2-4A70-DCB1-4ED9-572B19544892}"/>
                      </a:ext>
                    </a:extLst>
                  </p:cNvPr>
                  <p:cNvSpPr/>
                  <p:nvPr/>
                </p:nvSpPr>
                <p:spPr>
                  <a:xfrm>
                    <a:off x="624240" y="78912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3" name="Google Shape;1590;p48">
                  <a:extLst>
                    <a:ext uri="{FF2B5EF4-FFF2-40B4-BE49-F238E27FC236}">
                      <a16:creationId xmlns:a16="http://schemas.microsoft.com/office/drawing/2014/main" id="{E501CD58-A375-9A2E-5F36-40A2D5541146}"/>
                    </a:ext>
                  </a:extLst>
                </p:cNvPr>
                <p:cNvGrpSpPr/>
                <p:nvPr/>
              </p:nvGrpSpPr>
              <p:grpSpPr>
                <a:xfrm>
                  <a:off x="230400" y="1031400"/>
                  <a:ext cx="415800" cy="21960"/>
                  <a:chOff x="230400" y="1031400"/>
                  <a:chExt cx="415800" cy="21960"/>
                </a:xfrm>
              </p:grpSpPr>
              <p:sp>
                <p:nvSpPr>
                  <p:cNvPr id="24" name="Google Shape;1591;p48">
                    <a:extLst>
                      <a:ext uri="{FF2B5EF4-FFF2-40B4-BE49-F238E27FC236}">
                        <a16:creationId xmlns:a16="http://schemas.microsoft.com/office/drawing/2014/main" id="{36587CAE-2EF2-A50F-3EC9-6288D1AF9717}"/>
                      </a:ext>
                    </a:extLst>
                  </p:cNvPr>
                  <p:cNvSpPr/>
                  <p:nvPr/>
                </p:nvSpPr>
                <p:spPr>
                  <a:xfrm>
                    <a:off x="230400" y="103140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" name="Google Shape;1592;p48">
                    <a:extLst>
                      <a:ext uri="{FF2B5EF4-FFF2-40B4-BE49-F238E27FC236}">
                        <a16:creationId xmlns:a16="http://schemas.microsoft.com/office/drawing/2014/main" id="{7E511875-F81C-E490-27B8-80FD55E33836}"/>
                      </a:ext>
                    </a:extLst>
                  </p:cNvPr>
                  <p:cNvSpPr/>
                  <p:nvPr/>
                </p:nvSpPr>
                <p:spPr>
                  <a:xfrm>
                    <a:off x="427320" y="103140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6" name="Google Shape;1593;p48">
                    <a:extLst>
                      <a:ext uri="{FF2B5EF4-FFF2-40B4-BE49-F238E27FC236}">
                        <a16:creationId xmlns:a16="http://schemas.microsoft.com/office/drawing/2014/main" id="{006F2CB0-54C3-D49C-E7CE-EF2BF12E2979}"/>
                      </a:ext>
                    </a:extLst>
                  </p:cNvPr>
                  <p:cNvSpPr/>
                  <p:nvPr/>
                </p:nvSpPr>
                <p:spPr>
                  <a:xfrm>
                    <a:off x="624240" y="103140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0" name="Google Shape;1594;p48">
              <a:extLst>
                <a:ext uri="{FF2B5EF4-FFF2-40B4-BE49-F238E27FC236}">
                  <a16:creationId xmlns:a16="http://schemas.microsoft.com/office/drawing/2014/main" id="{88934693-6A23-5839-A66A-43105C56A32D}"/>
                </a:ext>
              </a:extLst>
            </p:cNvPr>
            <p:cNvGrpSpPr/>
            <p:nvPr/>
          </p:nvGrpSpPr>
          <p:grpSpPr>
            <a:xfrm>
              <a:off x="456480" y="928080"/>
              <a:ext cx="136440" cy="79560"/>
              <a:chOff x="456480" y="928080"/>
              <a:chExt cx="136440" cy="79560"/>
            </a:xfrm>
          </p:grpSpPr>
          <p:sp>
            <p:nvSpPr>
              <p:cNvPr id="11" name="Google Shape;1595;p48">
                <a:extLst>
                  <a:ext uri="{FF2B5EF4-FFF2-40B4-BE49-F238E27FC236}">
                    <a16:creationId xmlns:a16="http://schemas.microsoft.com/office/drawing/2014/main" id="{1783ABAD-087B-9E77-05D9-73EB3F8561A1}"/>
                  </a:ext>
                </a:extLst>
              </p:cNvPr>
              <p:cNvSpPr/>
              <p:nvPr/>
            </p:nvSpPr>
            <p:spPr>
              <a:xfrm>
                <a:off x="456480" y="928080"/>
                <a:ext cx="136440" cy="79560"/>
              </a:xfrm>
              <a:custGeom>
                <a:avLst/>
                <a:gdLst>
                  <a:gd name="textAreaLeft" fmla="*/ 0 w 136440"/>
                  <a:gd name="textAreaRight" fmla="*/ 136800 w 13644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256508" h="149542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960" bIns="39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2" name="Google Shape;1596;p48">
                <a:extLst>
                  <a:ext uri="{FF2B5EF4-FFF2-40B4-BE49-F238E27FC236}">
                    <a16:creationId xmlns:a16="http://schemas.microsoft.com/office/drawing/2014/main" id="{69F7AEF1-9EA3-736B-DAC0-AE3759CBC2F2}"/>
                  </a:ext>
                </a:extLst>
              </p:cNvPr>
              <p:cNvGrpSpPr/>
              <p:nvPr/>
            </p:nvGrpSpPr>
            <p:grpSpPr>
              <a:xfrm>
                <a:off x="475200" y="942120"/>
                <a:ext cx="97560" cy="52560"/>
                <a:chOff x="475200" y="942120"/>
                <a:chExt cx="97560" cy="52560"/>
              </a:xfrm>
            </p:grpSpPr>
            <p:grpSp>
              <p:nvGrpSpPr>
                <p:cNvPr id="13" name="Google Shape;1597;p48">
                  <a:extLst>
                    <a:ext uri="{FF2B5EF4-FFF2-40B4-BE49-F238E27FC236}">
                      <a16:creationId xmlns:a16="http://schemas.microsoft.com/office/drawing/2014/main" id="{CD652381-468A-F8A4-86E6-6B4F1D07A89A}"/>
                    </a:ext>
                  </a:extLst>
                </p:cNvPr>
                <p:cNvGrpSpPr/>
                <p:nvPr/>
              </p:nvGrpSpPr>
              <p:grpSpPr>
                <a:xfrm>
                  <a:off x="522360" y="943200"/>
                  <a:ext cx="50400" cy="50040"/>
                  <a:chOff x="522360" y="943200"/>
                  <a:chExt cx="50400" cy="50040"/>
                </a:xfrm>
              </p:grpSpPr>
              <p:sp>
                <p:nvSpPr>
                  <p:cNvPr id="17" name="Google Shape;1598;p48">
                    <a:extLst>
                      <a:ext uri="{FF2B5EF4-FFF2-40B4-BE49-F238E27FC236}">
                        <a16:creationId xmlns:a16="http://schemas.microsoft.com/office/drawing/2014/main" id="{1C142ED6-FCDE-02CC-FE76-4FF3FC9FEA12}"/>
                      </a:ext>
                    </a:extLst>
                  </p:cNvPr>
                  <p:cNvSpPr/>
                  <p:nvPr/>
                </p:nvSpPr>
                <p:spPr>
                  <a:xfrm>
                    <a:off x="522360" y="970920"/>
                    <a:ext cx="22320" cy="22320"/>
                  </a:xfrm>
                  <a:custGeom>
                    <a:avLst/>
                    <a:gdLst>
                      <a:gd name="textAreaLeft" fmla="*/ 0 w 22320"/>
                      <a:gd name="textAreaRight" fmla="*/ 22680 w 22320"/>
                      <a:gd name="textAreaTop" fmla="*/ 0 h 22320"/>
                      <a:gd name="textAreaBottom" fmla="*/ 22680 h 22320"/>
                    </a:gdLst>
                    <a:ahLst/>
                    <a:cxnLst/>
                    <a:rect l="textAreaLeft" t="textAreaTop" r="textAreaRight" b="textAreaBottom"/>
                    <a:pathLst>
                      <a:path w="42671" h="42672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" name="Google Shape;1599;p48">
                    <a:extLst>
                      <a:ext uri="{FF2B5EF4-FFF2-40B4-BE49-F238E27FC236}">
                        <a16:creationId xmlns:a16="http://schemas.microsoft.com/office/drawing/2014/main" id="{6B40EEF2-F279-7D20-C1FA-08E998DD2CDB}"/>
                      </a:ext>
                    </a:extLst>
                  </p:cNvPr>
                  <p:cNvSpPr/>
                  <p:nvPr/>
                </p:nvSpPr>
                <p:spPr>
                  <a:xfrm>
                    <a:off x="538200" y="943200"/>
                    <a:ext cx="34560" cy="34560"/>
                  </a:xfrm>
                  <a:custGeom>
                    <a:avLst/>
                    <a:gdLst>
                      <a:gd name="textAreaLeft" fmla="*/ 0 w 34560"/>
                      <a:gd name="textAreaRight" fmla="*/ 34920 w 34560"/>
                      <a:gd name="textAreaTop" fmla="*/ 0 h 34560"/>
                      <a:gd name="textAreaBottom" fmla="*/ 34920 h 34560"/>
                    </a:gdLst>
                    <a:ahLst/>
                    <a:cxnLst/>
                    <a:rect l="textAreaLeft" t="textAreaTop" r="textAreaRight" b="textAreaBottom"/>
                    <a:pathLst>
                      <a:path w="65418" h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7280" bIns="17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4" name="Google Shape;1600;p48">
                  <a:extLst>
                    <a:ext uri="{FF2B5EF4-FFF2-40B4-BE49-F238E27FC236}">
                      <a16:creationId xmlns:a16="http://schemas.microsoft.com/office/drawing/2014/main" id="{4F341DDC-E92E-8C81-6C71-771CCF98B3ED}"/>
                    </a:ext>
                  </a:extLst>
                </p:cNvPr>
                <p:cNvGrpSpPr/>
                <p:nvPr/>
              </p:nvGrpSpPr>
              <p:grpSpPr>
                <a:xfrm>
                  <a:off x="475200" y="942120"/>
                  <a:ext cx="52200" cy="52560"/>
                  <a:chOff x="475200" y="942120"/>
                  <a:chExt cx="52200" cy="52560"/>
                </a:xfrm>
              </p:grpSpPr>
              <p:sp>
                <p:nvSpPr>
                  <p:cNvPr id="15" name="Google Shape;1601;p48">
                    <a:extLst>
                      <a:ext uri="{FF2B5EF4-FFF2-40B4-BE49-F238E27FC236}">
                        <a16:creationId xmlns:a16="http://schemas.microsoft.com/office/drawing/2014/main" id="{E836A78A-41CC-3A6A-FEDF-936903B7F138}"/>
                      </a:ext>
                    </a:extLst>
                  </p:cNvPr>
                  <p:cNvSpPr/>
                  <p:nvPr/>
                </p:nvSpPr>
                <p:spPr>
                  <a:xfrm>
                    <a:off x="475200" y="942120"/>
                    <a:ext cx="52200" cy="52560"/>
                  </a:xfrm>
                  <a:custGeom>
                    <a:avLst/>
                    <a:gdLst>
                      <a:gd name="textAreaLeft" fmla="*/ 0 w 52200"/>
                      <a:gd name="textAreaRight" fmla="*/ 52560 w 52200"/>
                      <a:gd name="textAreaTop" fmla="*/ 0 h 52560"/>
                      <a:gd name="textAreaBottom" fmla="*/ 52920 h 52560"/>
                    </a:gdLst>
                    <a:ahLst/>
                    <a:cxnLst/>
                    <a:rect l="textAreaLeft" t="textAreaTop" r="textAreaRight" b="textAreaBottom"/>
                    <a:pathLst>
                      <a:path w="98773" h="98921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6280" bIns="26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" name="Google Shape;1602;p48">
                    <a:extLst>
                      <a:ext uri="{FF2B5EF4-FFF2-40B4-BE49-F238E27FC236}">
                        <a16:creationId xmlns:a16="http://schemas.microsoft.com/office/drawing/2014/main" id="{B03E5C6F-C552-5F7C-5F66-9AD43BF77605}"/>
                      </a:ext>
                    </a:extLst>
                  </p:cNvPr>
                  <p:cNvSpPr/>
                  <p:nvPr/>
                </p:nvSpPr>
                <p:spPr>
                  <a:xfrm>
                    <a:off x="496800" y="964800"/>
                    <a:ext cx="7920" cy="7920"/>
                  </a:xfrm>
                  <a:custGeom>
                    <a:avLst/>
                    <a:gdLst>
                      <a:gd name="textAreaLeft" fmla="*/ 0 w 7920"/>
                      <a:gd name="textAreaRight" fmla="*/ 8280 w 7920"/>
                      <a:gd name="textAreaTop" fmla="*/ 0 h 7920"/>
                      <a:gd name="textAreaBottom" fmla="*/ 8280 h 7920"/>
                    </a:gdLst>
                    <a:ahLst/>
                    <a:cxnLst/>
                    <a:rect l="textAreaLeft" t="textAreaTop" r="textAreaRight" b="textAreaBottom"/>
                    <a:pathLst>
                      <a:path w="15573" h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" bIns="3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sp>
        <p:nvSpPr>
          <p:cNvPr id="75" name="PlaceHolder 1">
            <a:extLst>
              <a:ext uri="{FF2B5EF4-FFF2-40B4-BE49-F238E27FC236}">
                <a16:creationId xmlns:a16="http://schemas.microsoft.com/office/drawing/2014/main" id="{C7507438-D6B7-2D2E-6898-862D1440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200" y="1674444"/>
            <a:ext cx="4447800" cy="149271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8500" b="1" u="none" strike="noStrike" noProof="0" dirty="0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Gracias!</a:t>
            </a:r>
            <a:endParaRPr lang="es-PE" sz="8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oogle Shape;1518;p48">
            <a:extLst>
              <a:ext uri="{FF2B5EF4-FFF2-40B4-BE49-F238E27FC236}">
                <a16:creationId xmlns:a16="http://schemas.microsoft.com/office/drawing/2014/main" id="{04294B4C-AD7F-2C55-20C8-C40CB1D24F15}"/>
              </a:ext>
            </a:extLst>
          </p:cNvPr>
          <p:cNvGrpSpPr/>
          <p:nvPr/>
        </p:nvGrpSpPr>
        <p:grpSpPr>
          <a:xfrm>
            <a:off x="8425800" y="3262320"/>
            <a:ext cx="27000" cy="532080"/>
            <a:chOff x="8425800" y="3262320"/>
            <a:chExt cx="27000" cy="532080"/>
          </a:xfrm>
        </p:grpSpPr>
        <p:sp>
          <p:nvSpPr>
            <p:cNvPr id="77" name="Google Shape;1519;p48">
              <a:extLst>
                <a:ext uri="{FF2B5EF4-FFF2-40B4-BE49-F238E27FC236}">
                  <a16:creationId xmlns:a16="http://schemas.microsoft.com/office/drawing/2014/main" id="{881895DA-3408-E109-CC01-1E1AB384F32C}"/>
                </a:ext>
              </a:extLst>
            </p:cNvPr>
            <p:cNvSpPr/>
            <p:nvPr/>
          </p:nvSpPr>
          <p:spPr>
            <a:xfrm>
              <a:off x="8439480" y="3274920"/>
              <a:ext cx="10080" cy="50616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506160"/>
                <a:gd name="textAreaBottom" fmla="*/ 506520 h 506160"/>
              </a:gdLst>
              <a:ahLst/>
              <a:cxnLst/>
              <a:rect l="textAreaLeft" t="textAreaTop" r="textAreaRight" b="textAreaBottom"/>
              <a:pathLst>
                <a:path w="9525" h="460724">
                  <a:moveTo>
                    <a:pt x="0" y="460724"/>
                  </a:moveTo>
                  <a:lnTo>
                    <a:pt x="0" y="0"/>
                  </a:lnTo>
                </a:path>
              </a:pathLst>
            </a:custGeom>
            <a:noFill/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520;p48">
              <a:extLst>
                <a:ext uri="{FF2B5EF4-FFF2-40B4-BE49-F238E27FC236}">
                  <a16:creationId xmlns:a16="http://schemas.microsoft.com/office/drawing/2014/main" id="{8B9C4E0B-CFA7-6EC8-6D9D-9601F5404EE0}"/>
                </a:ext>
              </a:extLst>
            </p:cNvPr>
            <p:cNvSpPr/>
            <p:nvPr/>
          </p:nvSpPr>
          <p:spPr>
            <a:xfrm>
              <a:off x="8425800" y="3767400"/>
              <a:ext cx="27000" cy="2700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4765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3" y="24765"/>
                  </a:cubicBezTo>
                  <a:cubicBezTo>
                    <a:pt x="5525" y="24765"/>
                    <a:pt x="0" y="19240"/>
                    <a:pt x="0" y="12382"/>
                  </a:cubicBezTo>
                  <a:cubicBezTo>
                    <a:pt x="0" y="5524"/>
                    <a:pt x="5525" y="0"/>
                    <a:pt x="12383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rgbClr val="6F7082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1521;p48">
              <a:extLst>
                <a:ext uri="{FF2B5EF4-FFF2-40B4-BE49-F238E27FC236}">
                  <a16:creationId xmlns:a16="http://schemas.microsoft.com/office/drawing/2014/main" id="{2CAFAA67-0BAD-47CF-5F28-7E5BC6DFAA11}"/>
                </a:ext>
              </a:extLst>
            </p:cNvPr>
            <p:cNvSpPr/>
            <p:nvPr/>
          </p:nvSpPr>
          <p:spPr>
            <a:xfrm>
              <a:off x="8425800" y="3262320"/>
              <a:ext cx="27000" cy="2700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4765" h="24765">
                  <a:moveTo>
                    <a:pt x="24765" y="12383"/>
                  </a:moveTo>
                  <a:cubicBezTo>
                    <a:pt x="24765" y="5525"/>
                    <a:pt x="19241" y="0"/>
                    <a:pt x="12383" y="0"/>
                  </a:cubicBezTo>
                  <a:cubicBezTo>
                    <a:pt x="5525" y="0"/>
                    <a:pt x="0" y="5525"/>
                    <a:pt x="0" y="12383"/>
                  </a:cubicBezTo>
                  <a:cubicBezTo>
                    <a:pt x="0" y="19241"/>
                    <a:pt x="5525" y="24765"/>
                    <a:pt x="12383" y="24765"/>
                  </a:cubicBezTo>
                  <a:cubicBezTo>
                    <a:pt x="19241" y="24765"/>
                    <a:pt x="24765" y="19241"/>
                    <a:pt x="24765" y="12383"/>
                  </a:cubicBezTo>
                  <a:close/>
                </a:path>
              </a:pathLst>
            </a:custGeom>
            <a:solidFill>
              <a:srgbClr val="6F7082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" name="Google Shape;1522;p48">
            <a:extLst>
              <a:ext uri="{FF2B5EF4-FFF2-40B4-BE49-F238E27FC236}">
                <a16:creationId xmlns:a16="http://schemas.microsoft.com/office/drawing/2014/main" id="{7D689158-2185-9971-D7AD-59057556D81E}"/>
              </a:ext>
            </a:extLst>
          </p:cNvPr>
          <p:cNvGrpSpPr/>
          <p:nvPr/>
        </p:nvGrpSpPr>
        <p:grpSpPr>
          <a:xfrm>
            <a:off x="8191440" y="2664000"/>
            <a:ext cx="478800" cy="594720"/>
            <a:chOff x="8191440" y="2664000"/>
            <a:chExt cx="478800" cy="594720"/>
          </a:xfrm>
        </p:grpSpPr>
        <p:grpSp>
          <p:nvGrpSpPr>
            <p:cNvPr id="81" name="Google Shape;1523;p48">
              <a:extLst>
                <a:ext uri="{FF2B5EF4-FFF2-40B4-BE49-F238E27FC236}">
                  <a16:creationId xmlns:a16="http://schemas.microsoft.com/office/drawing/2014/main" id="{5665E58E-0445-6678-A825-E493C6278DF9}"/>
                </a:ext>
              </a:extLst>
            </p:cNvPr>
            <p:cNvGrpSpPr/>
            <p:nvPr/>
          </p:nvGrpSpPr>
          <p:grpSpPr>
            <a:xfrm>
              <a:off x="8191440" y="2664000"/>
              <a:ext cx="478800" cy="594720"/>
              <a:chOff x="8191440" y="2664000"/>
              <a:chExt cx="478800" cy="594720"/>
            </a:xfrm>
          </p:grpSpPr>
          <p:sp>
            <p:nvSpPr>
              <p:cNvPr id="85" name="Google Shape;1524;p48">
                <a:extLst>
                  <a:ext uri="{FF2B5EF4-FFF2-40B4-BE49-F238E27FC236}">
                    <a16:creationId xmlns:a16="http://schemas.microsoft.com/office/drawing/2014/main" id="{3ED03449-AD47-3D64-6FC8-6045F03A47BC}"/>
                  </a:ext>
                </a:extLst>
              </p:cNvPr>
              <p:cNvSpPr/>
              <p:nvPr/>
            </p:nvSpPr>
            <p:spPr>
              <a:xfrm>
                <a:off x="8191440" y="2664000"/>
                <a:ext cx="478800" cy="594720"/>
              </a:xfrm>
              <a:custGeom>
                <a:avLst/>
                <a:gdLst>
                  <a:gd name="textAreaLeft" fmla="*/ 0 w 478800"/>
                  <a:gd name="textAreaRight" fmla="*/ 479160 w 478800"/>
                  <a:gd name="textAreaTop" fmla="*/ 0 h 594720"/>
                  <a:gd name="textAreaBottom" fmla="*/ 595080 h 594720"/>
                </a:gdLst>
                <a:ahLst/>
                <a:cxnLst/>
                <a:rect l="textAreaLeft" t="textAreaTop" r="textAreaRight" b="textAreaBottom"/>
                <a:pathLst>
                  <a:path w="435673" h="541115">
                    <a:moveTo>
                      <a:pt x="394621" y="0"/>
                    </a:moveTo>
                    <a:cubicBezTo>
                      <a:pt x="417294" y="0"/>
                      <a:pt x="435674" y="18380"/>
                      <a:pt x="435674" y="41053"/>
                    </a:cubicBezTo>
                    <a:lnTo>
                      <a:pt x="435674" y="500062"/>
                    </a:lnTo>
                    <a:cubicBezTo>
                      <a:pt x="435674" y="522735"/>
                      <a:pt x="417294" y="541115"/>
                      <a:pt x="394621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2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86" name="Google Shape;1525;p48">
                <a:extLst>
                  <a:ext uri="{FF2B5EF4-FFF2-40B4-BE49-F238E27FC236}">
                    <a16:creationId xmlns:a16="http://schemas.microsoft.com/office/drawing/2014/main" id="{CA3E13AE-7B4C-46AF-19A1-730585E01277}"/>
                  </a:ext>
                </a:extLst>
              </p:cNvPr>
              <p:cNvGrpSpPr/>
              <p:nvPr/>
            </p:nvGrpSpPr>
            <p:grpSpPr>
              <a:xfrm>
                <a:off x="8441280" y="2698200"/>
                <a:ext cx="180720" cy="45360"/>
                <a:chOff x="8441280" y="2698200"/>
                <a:chExt cx="180720" cy="45360"/>
              </a:xfrm>
            </p:grpSpPr>
            <p:sp>
              <p:nvSpPr>
                <p:cNvPr id="87" name="Google Shape;1526;p48">
                  <a:extLst>
                    <a:ext uri="{FF2B5EF4-FFF2-40B4-BE49-F238E27FC236}">
                      <a16:creationId xmlns:a16="http://schemas.microsoft.com/office/drawing/2014/main" id="{C45BA013-8911-A3F8-4995-3411517F731B}"/>
                    </a:ext>
                  </a:extLst>
                </p:cNvPr>
                <p:cNvSpPr/>
                <p:nvPr/>
              </p:nvSpPr>
              <p:spPr>
                <a:xfrm>
                  <a:off x="8576640" y="2698200"/>
                  <a:ext cx="45360" cy="4536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45360"/>
                    <a:gd name="textAreaBottom" fmla="*/ 45720 h 4536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2680" bIns="226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1527;p48">
                  <a:extLst>
                    <a:ext uri="{FF2B5EF4-FFF2-40B4-BE49-F238E27FC236}">
                      <a16:creationId xmlns:a16="http://schemas.microsoft.com/office/drawing/2014/main" id="{F452FA87-0C06-B25E-10CA-00731C0B55F8}"/>
                    </a:ext>
                  </a:extLst>
                </p:cNvPr>
                <p:cNvSpPr/>
                <p:nvPr/>
              </p:nvSpPr>
              <p:spPr>
                <a:xfrm>
                  <a:off x="8508960" y="2698200"/>
                  <a:ext cx="45360" cy="4536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45360"/>
                    <a:gd name="textAreaBottom" fmla="*/ 45720 h 4536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4"/>
                        <a:pt x="0" y="20765"/>
                      </a:cubicBezTo>
                      <a:cubicBezTo>
                        <a:pt x="0" y="9334"/>
                        <a:pt x="9334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2680" bIns="226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" name="Google Shape;1528;p48">
                  <a:extLst>
                    <a:ext uri="{FF2B5EF4-FFF2-40B4-BE49-F238E27FC236}">
                      <a16:creationId xmlns:a16="http://schemas.microsoft.com/office/drawing/2014/main" id="{D050C78E-2130-B876-99CB-8BAA080F7BBE}"/>
                    </a:ext>
                  </a:extLst>
                </p:cNvPr>
                <p:cNvSpPr/>
                <p:nvPr/>
              </p:nvSpPr>
              <p:spPr>
                <a:xfrm>
                  <a:off x="8441280" y="2698200"/>
                  <a:ext cx="45360" cy="4536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45360"/>
                    <a:gd name="textAreaBottom" fmla="*/ 45720 h 45360"/>
                  </a:gdLst>
                  <a:ahLst/>
                  <a:cxnLst/>
                  <a:rect l="textAreaLeft" t="textAreaTop" r="textAreaRight" b="textAreaBottom"/>
                  <a:pathLst>
                    <a:path w="41529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2680" bIns="226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2" name="Google Shape;1529;p48">
              <a:extLst>
                <a:ext uri="{FF2B5EF4-FFF2-40B4-BE49-F238E27FC236}">
                  <a16:creationId xmlns:a16="http://schemas.microsoft.com/office/drawing/2014/main" id="{2F0E3291-6239-DFF4-DD1A-FB2F3C530EC8}"/>
                </a:ext>
              </a:extLst>
            </p:cNvPr>
            <p:cNvGrpSpPr/>
            <p:nvPr/>
          </p:nvGrpSpPr>
          <p:grpSpPr>
            <a:xfrm>
              <a:off x="8230320" y="2778840"/>
              <a:ext cx="394560" cy="412560"/>
              <a:chOff x="8230320" y="2778840"/>
              <a:chExt cx="394560" cy="412560"/>
            </a:xfrm>
          </p:grpSpPr>
          <p:sp>
            <p:nvSpPr>
              <p:cNvPr id="83" name="Google Shape;1530;p48">
                <a:extLst>
                  <a:ext uri="{FF2B5EF4-FFF2-40B4-BE49-F238E27FC236}">
                    <a16:creationId xmlns:a16="http://schemas.microsoft.com/office/drawing/2014/main" id="{170BE7C1-050C-0C00-3942-FD6F351A8D67}"/>
                  </a:ext>
                </a:extLst>
              </p:cNvPr>
              <p:cNvSpPr/>
              <p:nvPr/>
            </p:nvSpPr>
            <p:spPr>
              <a:xfrm>
                <a:off x="8230320" y="3012120"/>
                <a:ext cx="392760" cy="179280"/>
              </a:xfrm>
              <a:custGeom>
                <a:avLst/>
                <a:gdLst>
                  <a:gd name="textAreaLeft" fmla="*/ 0 w 392760"/>
                  <a:gd name="textAreaRight" fmla="*/ 393120 w 392760"/>
                  <a:gd name="textAreaTop" fmla="*/ 0 h 179280"/>
                  <a:gd name="textAreaBottom" fmla="*/ 179640 h 179280"/>
                </a:gdLst>
                <a:ahLst/>
                <a:cxnLst/>
                <a:rect l="textAreaLeft" t="textAreaTop" r="textAreaRight" b="textAreaBottom"/>
                <a:pathLst>
                  <a:path w="357473" h="163258">
                    <a:moveTo>
                      <a:pt x="40196" y="72962"/>
                    </a:moveTo>
                    <a:lnTo>
                      <a:pt x="0" y="72962"/>
                    </a:lnTo>
                    <a:lnTo>
                      <a:pt x="0" y="90297"/>
                    </a:lnTo>
                    <a:lnTo>
                      <a:pt x="40196" y="90297"/>
                    </a:lnTo>
                    <a:lnTo>
                      <a:pt x="40196" y="72962"/>
                    </a:lnTo>
                    <a:close/>
                    <a:moveTo>
                      <a:pt x="185166" y="126778"/>
                    </a:moveTo>
                    <a:lnTo>
                      <a:pt x="294894" y="126778"/>
                    </a:lnTo>
                    <a:lnTo>
                      <a:pt x="294894" y="109347"/>
                    </a:lnTo>
                    <a:lnTo>
                      <a:pt x="185166" y="109347"/>
                    </a:lnTo>
                    <a:lnTo>
                      <a:pt x="185166" y="126778"/>
                    </a:lnTo>
                    <a:close/>
                    <a:moveTo>
                      <a:pt x="294894" y="0"/>
                    </a:moveTo>
                    <a:lnTo>
                      <a:pt x="38291" y="0"/>
                    </a:lnTo>
                    <a:lnTo>
                      <a:pt x="38291" y="17335"/>
                    </a:lnTo>
                    <a:lnTo>
                      <a:pt x="294894" y="17335"/>
                    </a:lnTo>
                    <a:lnTo>
                      <a:pt x="294894" y="0"/>
                    </a:lnTo>
                    <a:close/>
                    <a:moveTo>
                      <a:pt x="0" y="163259"/>
                    </a:moveTo>
                    <a:lnTo>
                      <a:pt x="99632" y="163259"/>
                    </a:lnTo>
                    <a:lnTo>
                      <a:pt x="99632" y="145828"/>
                    </a:lnTo>
                    <a:lnTo>
                      <a:pt x="0" y="145828"/>
                    </a:lnTo>
                    <a:lnTo>
                      <a:pt x="0" y="163259"/>
                    </a:lnTo>
                    <a:close/>
                    <a:moveTo>
                      <a:pt x="76581" y="36481"/>
                    </a:moveTo>
                    <a:lnTo>
                      <a:pt x="0" y="36481"/>
                    </a:lnTo>
                    <a:lnTo>
                      <a:pt x="0" y="53816"/>
                    </a:lnTo>
                    <a:lnTo>
                      <a:pt x="76581" y="53816"/>
                    </a:lnTo>
                    <a:lnTo>
                      <a:pt x="76581" y="36481"/>
                    </a:lnTo>
                    <a:close/>
                    <a:moveTo>
                      <a:pt x="52483" y="90297"/>
                    </a:moveTo>
                    <a:lnTo>
                      <a:pt x="207836" y="90297"/>
                    </a:lnTo>
                    <a:lnTo>
                      <a:pt x="207836" y="72962"/>
                    </a:lnTo>
                    <a:lnTo>
                      <a:pt x="52483" y="72962"/>
                    </a:lnTo>
                    <a:lnTo>
                      <a:pt x="52483" y="90297"/>
                    </a:lnTo>
                    <a:close/>
                    <a:moveTo>
                      <a:pt x="164402" y="109347"/>
                    </a:moveTo>
                    <a:lnTo>
                      <a:pt x="0" y="109347"/>
                    </a:lnTo>
                    <a:lnTo>
                      <a:pt x="0" y="126778"/>
                    </a:lnTo>
                    <a:lnTo>
                      <a:pt x="164402" y="126778"/>
                    </a:lnTo>
                    <a:lnTo>
                      <a:pt x="164402" y="109347"/>
                    </a:lnTo>
                    <a:close/>
                    <a:moveTo>
                      <a:pt x="220218" y="90297"/>
                    </a:moveTo>
                    <a:lnTo>
                      <a:pt x="357378" y="90297"/>
                    </a:lnTo>
                    <a:lnTo>
                      <a:pt x="357378" y="72962"/>
                    </a:lnTo>
                    <a:lnTo>
                      <a:pt x="220218" y="72962"/>
                    </a:lnTo>
                    <a:lnTo>
                      <a:pt x="220218" y="90297"/>
                    </a:lnTo>
                    <a:close/>
                    <a:moveTo>
                      <a:pt x="97441" y="53816"/>
                    </a:moveTo>
                    <a:lnTo>
                      <a:pt x="357474" y="53816"/>
                    </a:lnTo>
                    <a:lnTo>
                      <a:pt x="357474" y="36481"/>
                    </a:lnTo>
                    <a:lnTo>
                      <a:pt x="97441" y="36481"/>
                    </a:lnTo>
                    <a:lnTo>
                      <a:pt x="97441" y="53816"/>
                    </a:lnTo>
                    <a:close/>
                    <a:moveTo>
                      <a:pt x="305371" y="0"/>
                    </a:moveTo>
                    <a:lnTo>
                      <a:pt x="305371" y="17335"/>
                    </a:lnTo>
                    <a:lnTo>
                      <a:pt x="357378" y="17335"/>
                    </a:lnTo>
                    <a:lnTo>
                      <a:pt x="357378" y="0"/>
                    </a:lnTo>
                    <a:lnTo>
                      <a:pt x="305371" y="0"/>
                    </a:lnTo>
                    <a:close/>
                    <a:moveTo>
                      <a:pt x="315659" y="126778"/>
                    </a:moveTo>
                    <a:lnTo>
                      <a:pt x="357378" y="126778"/>
                    </a:lnTo>
                    <a:lnTo>
                      <a:pt x="357378" y="109347"/>
                    </a:lnTo>
                    <a:lnTo>
                      <a:pt x="315659" y="109347"/>
                    </a:lnTo>
                    <a:lnTo>
                      <a:pt x="315659" y="126778"/>
                    </a:lnTo>
                    <a:close/>
                    <a:moveTo>
                      <a:pt x="120396" y="163259"/>
                    </a:moveTo>
                    <a:lnTo>
                      <a:pt x="222981" y="163259"/>
                    </a:lnTo>
                    <a:lnTo>
                      <a:pt x="222981" y="145828"/>
                    </a:lnTo>
                    <a:lnTo>
                      <a:pt x="120396" y="145828"/>
                    </a:lnTo>
                    <a:lnTo>
                      <a:pt x="120396" y="163259"/>
                    </a:lnTo>
                    <a:close/>
                    <a:moveTo>
                      <a:pt x="235363" y="163259"/>
                    </a:moveTo>
                    <a:lnTo>
                      <a:pt x="313563" y="163259"/>
                    </a:lnTo>
                    <a:lnTo>
                      <a:pt x="313563" y="145828"/>
                    </a:lnTo>
                    <a:lnTo>
                      <a:pt x="235363" y="145828"/>
                    </a:lnTo>
                    <a:lnTo>
                      <a:pt x="235363" y="163259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1531;p48">
                <a:extLst>
                  <a:ext uri="{FF2B5EF4-FFF2-40B4-BE49-F238E27FC236}">
                    <a16:creationId xmlns:a16="http://schemas.microsoft.com/office/drawing/2014/main" id="{1C678681-D425-98E5-0823-A14BDDB97FE7}"/>
                  </a:ext>
                </a:extLst>
              </p:cNvPr>
              <p:cNvSpPr/>
              <p:nvPr/>
            </p:nvSpPr>
            <p:spPr>
              <a:xfrm>
                <a:off x="8236080" y="2778840"/>
                <a:ext cx="388800" cy="197640"/>
              </a:xfrm>
              <a:custGeom>
                <a:avLst/>
                <a:gdLst>
                  <a:gd name="textAreaLeft" fmla="*/ 0 w 388800"/>
                  <a:gd name="textAreaRight" fmla="*/ 389160 w 38880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353948" h="180117">
                    <a:moveTo>
                      <a:pt x="0" y="0"/>
                    </a:moveTo>
                    <a:lnTo>
                      <a:pt x="353949" y="0"/>
                    </a:lnTo>
                    <a:lnTo>
                      <a:pt x="353949" y="180118"/>
                    </a:lnTo>
                    <a:lnTo>
                      <a:pt x="0" y="180118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90" name="Google Shape;1603;p48">
            <a:extLst>
              <a:ext uri="{FF2B5EF4-FFF2-40B4-BE49-F238E27FC236}">
                <a16:creationId xmlns:a16="http://schemas.microsoft.com/office/drawing/2014/main" id="{A9412691-5655-DC2C-189E-527A5F0D8E24}"/>
              </a:ext>
            </a:extLst>
          </p:cNvPr>
          <p:cNvGrpSpPr/>
          <p:nvPr/>
        </p:nvGrpSpPr>
        <p:grpSpPr>
          <a:xfrm>
            <a:off x="8107920" y="3797640"/>
            <a:ext cx="645120" cy="1166400"/>
            <a:chOff x="8107920" y="3797640"/>
            <a:chExt cx="645120" cy="1166400"/>
          </a:xfrm>
        </p:grpSpPr>
        <p:grpSp>
          <p:nvGrpSpPr>
            <p:cNvPr id="91" name="Google Shape;1604;p48">
              <a:extLst>
                <a:ext uri="{FF2B5EF4-FFF2-40B4-BE49-F238E27FC236}">
                  <a16:creationId xmlns:a16="http://schemas.microsoft.com/office/drawing/2014/main" id="{582804FE-63AD-28F1-FD5F-C78C79738F88}"/>
                </a:ext>
              </a:extLst>
            </p:cNvPr>
            <p:cNvGrpSpPr/>
            <p:nvPr/>
          </p:nvGrpSpPr>
          <p:grpSpPr>
            <a:xfrm>
              <a:off x="8107920" y="3797640"/>
              <a:ext cx="645120" cy="1166400"/>
              <a:chOff x="8107920" y="3797640"/>
              <a:chExt cx="645120" cy="1166400"/>
            </a:xfrm>
          </p:grpSpPr>
          <p:grpSp>
            <p:nvGrpSpPr>
              <p:cNvPr id="93" name="Google Shape;1605;p48">
                <a:extLst>
                  <a:ext uri="{FF2B5EF4-FFF2-40B4-BE49-F238E27FC236}">
                    <a16:creationId xmlns:a16="http://schemas.microsoft.com/office/drawing/2014/main" id="{F8C9CFD3-F202-8BA3-86D8-75E8FC66C3B7}"/>
                  </a:ext>
                </a:extLst>
              </p:cNvPr>
              <p:cNvGrpSpPr/>
              <p:nvPr/>
            </p:nvGrpSpPr>
            <p:grpSpPr>
              <a:xfrm>
                <a:off x="8107920" y="3797640"/>
                <a:ext cx="645120" cy="1166400"/>
                <a:chOff x="8107920" y="3797640"/>
                <a:chExt cx="645120" cy="1166400"/>
              </a:xfrm>
            </p:grpSpPr>
            <p:sp>
              <p:nvSpPr>
                <p:cNvPr id="118" name="Google Shape;1606;p48">
                  <a:extLst>
                    <a:ext uri="{FF2B5EF4-FFF2-40B4-BE49-F238E27FC236}">
                      <a16:creationId xmlns:a16="http://schemas.microsoft.com/office/drawing/2014/main" id="{2C6302CF-38C0-D9B9-D4F2-59C117DCB3DD}"/>
                    </a:ext>
                  </a:extLst>
                </p:cNvPr>
                <p:cNvSpPr/>
                <p:nvPr/>
              </p:nvSpPr>
              <p:spPr>
                <a:xfrm>
                  <a:off x="8107920" y="3797640"/>
                  <a:ext cx="645120" cy="1166400"/>
                </a:xfrm>
                <a:custGeom>
                  <a:avLst/>
                  <a:gdLst>
                    <a:gd name="textAreaLeft" fmla="*/ 0 w 645120"/>
                    <a:gd name="textAreaRight" fmla="*/ 645480 w 645120"/>
                    <a:gd name="textAreaTop" fmla="*/ 0 h 1166400"/>
                    <a:gd name="textAreaBottom" fmla="*/ 1166760 h 1166400"/>
                  </a:gdLst>
                  <a:ahLst/>
                  <a:cxnLst/>
                  <a:rect l="textAreaLeft" t="textAreaTop" r="textAreaRight" b="textAreaBottom"/>
                  <a:pathLst>
                    <a:path w="587120" h="1061085">
                      <a:moveTo>
                        <a:pt x="91440" y="0"/>
                      </a:moveTo>
                      <a:lnTo>
                        <a:pt x="495681" y="0"/>
                      </a:lnTo>
                      <a:cubicBezTo>
                        <a:pt x="546163" y="0"/>
                        <a:pt x="587121" y="40958"/>
                        <a:pt x="587121" y="91440"/>
                      </a:cubicBezTo>
                      <a:lnTo>
                        <a:pt x="587121" y="969645"/>
                      </a:lnTo>
                      <a:cubicBezTo>
                        <a:pt x="587121" y="1020128"/>
                        <a:pt x="546163" y="1061085"/>
                        <a:pt x="495681" y="1061085"/>
                      </a:cubicBezTo>
                      <a:lnTo>
                        <a:pt x="91440" y="1061085"/>
                      </a:lnTo>
                      <a:cubicBezTo>
                        <a:pt x="40958" y="1061085"/>
                        <a:pt x="0" y="1020128"/>
                        <a:pt x="0" y="969645"/>
                      </a:cubicBezTo>
                      <a:lnTo>
                        <a:pt x="0" y="91440"/>
                      </a:lnTo>
                      <a:cubicBezTo>
                        <a:pt x="0" y="40958"/>
                        <a:pt x="40958" y="0"/>
                        <a:pt x="9144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9" name="Google Shape;1607;p48">
                  <a:extLst>
                    <a:ext uri="{FF2B5EF4-FFF2-40B4-BE49-F238E27FC236}">
                      <a16:creationId xmlns:a16="http://schemas.microsoft.com/office/drawing/2014/main" id="{657600E6-7551-5C55-E34D-3D3F69570AC8}"/>
                    </a:ext>
                  </a:extLst>
                </p:cNvPr>
                <p:cNvSpPr/>
                <p:nvPr/>
              </p:nvSpPr>
              <p:spPr>
                <a:xfrm>
                  <a:off x="8344440" y="3834000"/>
                  <a:ext cx="172440" cy="27720"/>
                </a:xfrm>
                <a:custGeom>
                  <a:avLst/>
                  <a:gdLst>
                    <a:gd name="textAreaLeft" fmla="*/ 0 w 172440"/>
                    <a:gd name="textAreaRight" fmla="*/ 172800 w 1724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7162" h="25527">
                      <a:moveTo>
                        <a:pt x="144399" y="25527"/>
                      </a:moveTo>
                      <a:lnTo>
                        <a:pt x="12764" y="25527"/>
                      </a:lnTo>
                      <a:cubicBezTo>
                        <a:pt x="5715" y="25527"/>
                        <a:pt x="0" y="19812"/>
                        <a:pt x="0" y="12764"/>
                      </a:cubicBezTo>
                      <a:lnTo>
                        <a:pt x="0" y="12764"/>
                      </a:lnTo>
                      <a:cubicBezTo>
                        <a:pt x="0" y="5715"/>
                        <a:pt x="5715" y="0"/>
                        <a:pt x="12764" y="0"/>
                      </a:cubicBezTo>
                      <a:lnTo>
                        <a:pt x="144399" y="0"/>
                      </a:lnTo>
                      <a:cubicBezTo>
                        <a:pt x="151448" y="0"/>
                        <a:pt x="157163" y="5715"/>
                        <a:pt x="157163" y="12764"/>
                      </a:cubicBezTo>
                      <a:lnTo>
                        <a:pt x="157163" y="12764"/>
                      </a:lnTo>
                      <a:cubicBezTo>
                        <a:pt x="157163" y="19812"/>
                        <a:pt x="151448" y="25527"/>
                        <a:pt x="144399" y="255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94" name="Google Shape;1608;p48">
                <a:extLst>
                  <a:ext uri="{FF2B5EF4-FFF2-40B4-BE49-F238E27FC236}">
                    <a16:creationId xmlns:a16="http://schemas.microsoft.com/office/drawing/2014/main" id="{9AB7031E-BF76-1046-4572-4D37B705BFB0}"/>
                  </a:ext>
                </a:extLst>
              </p:cNvPr>
              <p:cNvSpPr/>
              <p:nvPr/>
            </p:nvSpPr>
            <p:spPr>
              <a:xfrm>
                <a:off x="8153640" y="3942720"/>
                <a:ext cx="553320" cy="853920"/>
              </a:xfrm>
              <a:custGeom>
                <a:avLst/>
                <a:gdLst>
                  <a:gd name="textAreaLeft" fmla="*/ 0 w 553320"/>
                  <a:gd name="textAreaRight" fmla="*/ 553680 w 553320"/>
                  <a:gd name="textAreaTop" fmla="*/ 0 h 853920"/>
                  <a:gd name="textAreaBottom" fmla="*/ 854280 h 853920"/>
                </a:gdLst>
                <a:ahLst/>
                <a:cxnLst/>
                <a:rect l="textAreaLeft" t="textAreaTop" r="textAreaRight" b="textAreaBottom"/>
                <a:pathLst>
                  <a:path w="504158" h="777906">
                    <a:moveTo>
                      <a:pt x="0" y="0"/>
                    </a:moveTo>
                    <a:lnTo>
                      <a:pt x="504158" y="0"/>
                    </a:lnTo>
                    <a:lnTo>
                      <a:pt x="504158" y="777907"/>
                    </a:lnTo>
                    <a:lnTo>
                      <a:pt x="0" y="777907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P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5" name="Google Shape;1609;p48">
                <a:extLst>
                  <a:ext uri="{FF2B5EF4-FFF2-40B4-BE49-F238E27FC236}">
                    <a16:creationId xmlns:a16="http://schemas.microsoft.com/office/drawing/2014/main" id="{B90808AA-4EE9-172F-9088-7E420AE249D0}"/>
                  </a:ext>
                </a:extLst>
              </p:cNvPr>
              <p:cNvGrpSpPr/>
              <p:nvPr/>
            </p:nvGrpSpPr>
            <p:grpSpPr>
              <a:xfrm>
                <a:off x="8218080" y="4421880"/>
                <a:ext cx="425160" cy="172440"/>
                <a:chOff x="8218080" y="4421880"/>
                <a:chExt cx="425160" cy="172440"/>
              </a:xfrm>
            </p:grpSpPr>
            <p:grpSp>
              <p:nvGrpSpPr>
                <p:cNvPr id="99" name="Google Shape;1610;p48">
                  <a:extLst>
                    <a:ext uri="{FF2B5EF4-FFF2-40B4-BE49-F238E27FC236}">
                      <a16:creationId xmlns:a16="http://schemas.microsoft.com/office/drawing/2014/main" id="{49073B82-FAB8-38BE-3F82-920E0D9B2807}"/>
                    </a:ext>
                  </a:extLst>
                </p:cNvPr>
                <p:cNvGrpSpPr/>
                <p:nvPr/>
              </p:nvGrpSpPr>
              <p:grpSpPr>
                <a:xfrm>
                  <a:off x="8218080" y="4421880"/>
                  <a:ext cx="425160" cy="172440"/>
                  <a:chOff x="8218080" y="4421880"/>
                  <a:chExt cx="425160" cy="172440"/>
                </a:xfrm>
              </p:grpSpPr>
              <p:grpSp>
                <p:nvGrpSpPr>
                  <p:cNvPr id="112" name="Google Shape;1611;p48">
                    <a:extLst>
                      <a:ext uri="{FF2B5EF4-FFF2-40B4-BE49-F238E27FC236}">
                        <a16:creationId xmlns:a16="http://schemas.microsoft.com/office/drawing/2014/main" id="{FAAD7146-E777-ED10-855D-74F1220166E4}"/>
                      </a:ext>
                    </a:extLst>
                  </p:cNvPr>
                  <p:cNvGrpSpPr/>
                  <p:nvPr/>
                </p:nvGrpSpPr>
                <p:grpSpPr>
                  <a:xfrm>
                    <a:off x="8218080" y="4421880"/>
                    <a:ext cx="425160" cy="71640"/>
                    <a:chOff x="8218080" y="4421880"/>
                    <a:chExt cx="425160" cy="71640"/>
                  </a:xfrm>
                </p:grpSpPr>
                <p:sp>
                  <p:nvSpPr>
                    <p:cNvPr id="116" name="Google Shape;1612;p48">
                      <a:extLst>
                        <a:ext uri="{FF2B5EF4-FFF2-40B4-BE49-F238E27FC236}">
                          <a16:creationId xmlns:a16="http://schemas.microsoft.com/office/drawing/2014/main" id="{F3F66C17-BF51-B1E2-B559-3E45E6717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8080" y="4421880"/>
                      <a:ext cx="425160" cy="71640"/>
                    </a:xfrm>
                    <a:custGeom>
                      <a:avLst/>
                      <a:gdLst>
                        <a:gd name="textAreaLeft" fmla="*/ 0 w 425160"/>
                        <a:gd name="textAreaRight" fmla="*/ 425520 w 425160"/>
                        <a:gd name="textAreaTop" fmla="*/ 0 h 71640"/>
                        <a:gd name="textAreaBottom" fmla="*/ 72000 h 71640"/>
                      </a:gdLst>
                      <a:ahLst/>
                      <a:cxnLst/>
                      <a:rect l="textAreaLeft" t="textAreaTop" r="textAreaRight" b="textAreaBottom"/>
                      <a:pathLst>
                        <a:path w="386905" h="65532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36000" bIns="360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117" name="Google Shape;1613;p48">
                      <a:extLst>
                        <a:ext uri="{FF2B5EF4-FFF2-40B4-BE49-F238E27FC236}">
                          <a16:creationId xmlns:a16="http://schemas.microsoft.com/office/drawing/2014/main" id="{67C8471E-1383-2F2D-1FB6-5439290F9D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120" y="4435560"/>
                      <a:ext cx="411120" cy="57600"/>
                    </a:xfrm>
                    <a:custGeom>
                      <a:avLst/>
                      <a:gdLst>
                        <a:gd name="textAreaLeft" fmla="*/ 0 w 411120"/>
                        <a:gd name="textAreaRight" fmla="*/ 411480 w 411120"/>
                        <a:gd name="textAreaTop" fmla="*/ 0 h 57600"/>
                        <a:gd name="textAreaBottom" fmla="*/ 57960 h 57600"/>
                      </a:gdLst>
                      <a:ahLst/>
                      <a:cxnLst/>
                      <a:rect l="textAreaLeft" t="textAreaTop" r="textAreaRight" b="textAreaBottom"/>
                      <a:pathLst>
                        <a:path w="374141" h="52864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28800" bIns="288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113" name="Google Shape;1614;p48">
                    <a:extLst>
                      <a:ext uri="{FF2B5EF4-FFF2-40B4-BE49-F238E27FC236}">
                        <a16:creationId xmlns:a16="http://schemas.microsoft.com/office/drawing/2014/main" id="{AE6CAAF7-BB62-DF70-55E8-206F44E80E29}"/>
                      </a:ext>
                    </a:extLst>
                  </p:cNvPr>
                  <p:cNvGrpSpPr/>
                  <p:nvPr/>
                </p:nvGrpSpPr>
                <p:grpSpPr>
                  <a:xfrm>
                    <a:off x="8218080" y="4522680"/>
                    <a:ext cx="425160" cy="71640"/>
                    <a:chOff x="8218080" y="4522680"/>
                    <a:chExt cx="425160" cy="71640"/>
                  </a:xfrm>
                </p:grpSpPr>
                <p:sp>
                  <p:nvSpPr>
                    <p:cNvPr id="114" name="Google Shape;1615;p48">
                      <a:extLst>
                        <a:ext uri="{FF2B5EF4-FFF2-40B4-BE49-F238E27FC236}">
                          <a16:creationId xmlns:a16="http://schemas.microsoft.com/office/drawing/2014/main" id="{ED492E89-637E-6F7D-8002-63B186A63B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8080" y="4522680"/>
                      <a:ext cx="425160" cy="71640"/>
                    </a:xfrm>
                    <a:custGeom>
                      <a:avLst/>
                      <a:gdLst>
                        <a:gd name="textAreaLeft" fmla="*/ 0 w 425160"/>
                        <a:gd name="textAreaRight" fmla="*/ 425520 w 425160"/>
                        <a:gd name="textAreaTop" fmla="*/ 0 h 71640"/>
                        <a:gd name="textAreaBottom" fmla="*/ 72000 h 71640"/>
                      </a:gdLst>
                      <a:ahLst/>
                      <a:cxnLst/>
                      <a:rect l="textAreaLeft" t="textAreaTop" r="textAreaRight" b="textAreaBottom"/>
                      <a:pathLst>
                        <a:path w="386905" h="65532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36000" bIns="360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115" name="Google Shape;1616;p48">
                      <a:extLst>
                        <a:ext uri="{FF2B5EF4-FFF2-40B4-BE49-F238E27FC236}">
                          <a16:creationId xmlns:a16="http://schemas.microsoft.com/office/drawing/2014/main" id="{F09E0789-B6A0-26D9-0E65-113F208A9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120" y="4536360"/>
                      <a:ext cx="411120" cy="57600"/>
                    </a:xfrm>
                    <a:custGeom>
                      <a:avLst/>
                      <a:gdLst>
                        <a:gd name="textAreaLeft" fmla="*/ 0 w 411120"/>
                        <a:gd name="textAreaRight" fmla="*/ 411480 w 411120"/>
                        <a:gd name="textAreaTop" fmla="*/ 0 h 57600"/>
                        <a:gd name="textAreaBottom" fmla="*/ 57960 h 57600"/>
                      </a:gdLst>
                      <a:ahLst/>
                      <a:cxnLst/>
                      <a:rect l="textAreaLeft" t="textAreaTop" r="textAreaRight" b="textAreaBottom"/>
                      <a:pathLst>
                        <a:path w="374141" h="52864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28800" bIns="288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s-PE" sz="1800" b="0" u="none" strike="noStrike" noProof="0" dirty="0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grpSp>
              <p:nvGrpSpPr>
                <p:cNvPr id="100" name="Google Shape;1617;p48">
                  <a:extLst>
                    <a:ext uri="{FF2B5EF4-FFF2-40B4-BE49-F238E27FC236}">
                      <a16:creationId xmlns:a16="http://schemas.microsoft.com/office/drawing/2014/main" id="{CC8B71B4-64E3-650C-752F-44AD93704207}"/>
                    </a:ext>
                  </a:extLst>
                </p:cNvPr>
                <p:cNvGrpSpPr/>
                <p:nvPr/>
              </p:nvGrpSpPr>
              <p:grpSpPr>
                <a:xfrm>
                  <a:off x="8341560" y="4457520"/>
                  <a:ext cx="194400" cy="16200"/>
                  <a:chOff x="8341560" y="4457520"/>
                  <a:chExt cx="194400" cy="16200"/>
                </a:xfrm>
              </p:grpSpPr>
              <p:sp>
                <p:nvSpPr>
                  <p:cNvPr id="107" name="Google Shape;1618;p48">
                    <a:extLst>
                      <a:ext uri="{FF2B5EF4-FFF2-40B4-BE49-F238E27FC236}">
                        <a16:creationId xmlns:a16="http://schemas.microsoft.com/office/drawing/2014/main" id="{8BAA00EF-35CE-48B6-C2B8-2689CC54EBF2}"/>
                      </a:ext>
                    </a:extLst>
                  </p:cNvPr>
                  <p:cNvSpPr/>
                  <p:nvPr/>
                </p:nvSpPr>
                <p:spPr>
                  <a:xfrm>
                    <a:off x="834156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4"/>
                        </a:moveTo>
                        <a:cubicBezTo>
                          <a:pt x="15049" y="11680"/>
                          <a:pt x="11681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8" name="Google Shape;1619;p48">
                    <a:extLst>
                      <a:ext uri="{FF2B5EF4-FFF2-40B4-BE49-F238E27FC236}">
                        <a16:creationId xmlns:a16="http://schemas.microsoft.com/office/drawing/2014/main" id="{42D3E1F0-9F9D-43C9-6464-6427C868C420}"/>
                      </a:ext>
                    </a:extLst>
                  </p:cNvPr>
                  <p:cNvSpPr/>
                  <p:nvPr/>
                </p:nvSpPr>
                <p:spPr>
                  <a:xfrm>
                    <a:off x="838620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" name="Google Shape;1620;p48">
                    <a:extLst>
                      <a:ext uri="{FF2B5EF4-FFF2-40B4-BE49-F238E27FC236}">
                        <a16:creationId xmlns:a16="http://schemas.microsoft.com/office/drawing/2014/main" id="{9380A561-BDCE-30CF-F768-DD9C486411D7}"/>
                      </a:ext>
                    </a:extLst>
                  </p:cNvPr>
                  <p:cNvSpPr/>
                  <p:nvPr/>
                </p:nvSpPr>
                <p:spPr>
                  <a:xfrm>
                    <a:off x="843084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" name="Google Shape;1621;p48">
                    <a:extLst>
                      <a:ext uri="{FF2B5EF4-FFF2-40B4-BE49-F238E27FC236}">
                        <a16:creationId xmlns:a16="http://schemas.microsoft.com/office/drawing/2014/main" id="{CD722AFC-56F9-2D63-6E79-6EC7C5F8FD45}"/>
                      </a:ext>
                    </a:extLst>
                  </p:cNvPr>
                  <p:cNvSpPr/>
                  <p:nvPr/>
                </p:nvSpPr>
                <p:spPr>
                  <a:xfrm>
                    <a:off x="847512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4"/>
                        </a:moveTo>
                        <a:cubicBezTo>
                          <a:pt x="15049" y="11680"/>
                          <a:pt x="11680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" name="Google Shape;1622;p48">
                    <a:extLst>
                      <a:ext uri="{FF2B5EF4-FFF2-40B4-BE49-F238E27FC236}">
                        <a16:creationId xmlns:a16="http://schemas.microsoft.com/office/drawing/2014/main" id="{5BB5328C-007E-886D-5A97-F67C2395C401}"/>
                      </a:ext>
                    </a:extLst>
                  </p:cNvPr>
                  <p:cNvSpPr/>
                  <p:nvPr/>
                </p:nvSpPr>
                <p:spPr>
                  <a:xfrm>
                    <a:off x="851976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01" name="Google Shape;1623;p48">
                  <a:extLst>
                    <a:ext uri="{FF2B5EF4-FFF2-40B4-BE49-F238E27FC236}">
                      <a16:creationId xmlns:a16="http://schemas.microsoft.com/office/drawing/2014/main" id="{E6D58BBC-BAC6-3FF2-01E0-28E3E4663C72}"/>
                    </a:ext>
                  </a:extLst>
                </p:cNvPr>
                <p:cNvGrpSpPr/>
                <p:nvPr/>
              </p:nvGrpSpPr>
              <p:grpSpPr>
                <a:xfrm>
                  <a:off x="8341560" y="4554000"/>
                  <a:ext cx="194400" cy="16200"/>
                  <a:chOff x="8341560" y="4554000"/>
                  <a:chExt cx="194400" cy="16200"/>
                </a:xfrm>
              </p:grpSpPr>
              <p:sp>
                <p:nvSpPr>
                  <p:cNvPr id="102" name="Google Shape;1624;p48">
                    <a:extLst>
                      <a:ext uri="{FF2B5EF4-FFF2-40B4-BE49-F238E27FC236}">
                        <a16:creationId xmlns:a16="http://schemas.microsoft.com/office/drawing/2014/main" id="{054C238F-99C9-DB11-4783-72420ED5747F}"/>
                      </a:ext>
                    </a:extLst>
                  </p:cNvPr>
                  <p:cNvSpPr/>
                  <p:nvPr/>
                </p:nvSpPr>
                <p:spPr>
                  <a:xfrm>
                    <a:off x="834156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3" name="Google Shape;1625;p48">
                    <a:extLst>
                      <a:ext uri="{FF2B5EF4-FFF2-40B4-BE49-F238E27FC236}">
                        <a16:creationId xmlns:a16="http://schemas.microsoft.com/office/drawing/2014/main" id="{1B8D4571-524D-22A0-1DD2-5D407187FE86}"/>
                      </a:ext>
                    </a:extLst>
                  </p:cNvPr>
                  <p:cNvSpPr/>
                  <p:nvPr/>
                </p:nvSpPr>
                <p:spPr>
                  <a:xfrm>
                    <a:off x="838620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4" name="Google Shape;1626;p48">
                    <a:extLst>
                      <a:ext uri="{FF2B5EF4-FFF2-40B4-BE49-F238E27FC236}">
                        <a16:creationId xmlns:a16="http://schemas.microsoft.com/office/drawing/2014/main" id="{CC5BAD80-6082-BEC7-73B6-700E0FB76D0D}"/>
                      </a:ext>
                    </a:extLst>
                  </p:cNvPr>
                  <p:cNvSpPr/>
                  <p:nvPr/>
                </p:nvSpPr>
                <p:spPr>
                  <a:xfrm>
                    <a:off x="843084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5" name="Google Shape;1627;p48">
                    <a:extLst>
                      <a:ext uri="{FF2B5EF4-FFF2-40B4-BE49-F238E27FC236}">
                        <a16:creationId xmlns:a16="http://schemas.microsoft.com/office/drawing/2014/main" id="{04FBBF7D-15BA-3965-F404-47EC2CEB711D}"/>
                      </a:ext>
                    </a:extLst>
                  </p:cNvPr>
                  <p:cNvSpPr/>
                  <p:nvPr/>
                </p:nvSpPr>
                <p:spPr>
                  <a:xfrm>
                    <a:off x="847512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6" name="Google Shape;1628;p48">
                    <a:extLst>
                      <a:ext uri="{FF2B5EF4-FFF2-40B4-BE49-F238E27FC236}">
                        <a16:creationId xmlns:a16="http://schemas.microsoft.com/office/drawing/2014/main" id="{7A050751-5B7C-7C1C-2227-BA7D3BCD0F59}"/>
                      </a:ext>
                    </a:extLst>
                  </p:cNvPr>
                  <p:cNvSpPr/>
                  <p:nvPr/>
                </p:nvSpPr>
                <p:spPr>
                  <a:xfrm>
                    <a:off x="851976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s-PE" sz="1800" b="0" u="none" strike="noStrike" noProof="0" dirty="0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96" name="Google Shape;1629;p48">
                <a:extLst>
                  <a:ext uri="{FF2B5EF4-FFF2-40B4-BE49-F238E27FC236}">
                    <a16:creationId xmlns:a16="http://schemas.microsoft.com/office/drawing/2014/main" id="{83F9ABCF-65CE-35F2-2BFB-338E26146D38}"/>
                  </a:ext>
                </a:extLst>
              </p:cNvPr>
              <p:cNvGrpSpPr/>
              <p:nvPr/>
            </p:nvGrpSpPr>
            <p:grpSpPr>
              <a:xfrm>
                <a:off x="8288640" y="4054680"/>
                <a:ext cx="283680" cy="283680"/>
                <a:chOff x="8288640" y="4054680"/>
                <a:chExt cx="283680" cy="283680"/>
              </a:xfrm>
            </p:grpSpPr>
            <p:sp>
              <p:nvSpPr>
                <p:cNvPr id="97" name="Google Shape;1630;p48">
                  <a:extLst>
                    <a:ext uri="{FF2B5EF4-FFF2-40B4-BE49-F238E27FC236}">
                      <a16:creationId xmlns:a16="http://schemas.microsoft.com/office/drawing/2014/main" id="{B2DC7390-2FF5-C267-CA7A-D7844CB46A93}"/>
                    </a:ext>
                  </a:extLst>
                </p:cNvPr>
                <p:cNvSpPr/>
                <p:nvPr/>
              </p:nvSpPr>
              <p:spPr>
                <a:xfrm>
                  <a:off x="8288640" y="4054680"/>
                  <a:ext cx="283680" cy="283680"/>
                </a:xfrm>
                <a:custGeom>
                  <a:avLst/>
                  <a:gdLst>
                    <a:gd name="textAreaLeft" fmla="*/ 0 w 283680"/>
                    <a:gd name="textAreaRight" fmla="*/ 284040 w 283680"/>
                    <a:gd name="textAreaTop" fmla="*/ 0 h 283680"/>
                    <a:gd name="textAreaBottom" fmla="*/ 284040 h 283680"/>
                  </a:gdLst>
                  <a:ahLst/>
                  <a:cxnLst/>
                  <a:rect l="textAreaLeft" t="textAreaTop" r="textAreaRight" b="textAreaBottom"/>
                  <a:pathLst>
                    <a:path w="258413" h="258317">
                      <a:moveTo>
                        <a:pt x="258413" y="129159"/>
                      </a:moveTo>
                      <a:cubicBezTo>
                        <a:pt x="258413" y="159544"/>
                        <a:pt x="247936" y="187452"/>
                        <a:pt x="230410" y="209454"/>
                      </a:cubicBezTo>
                      <a:cubicBezTo>
                        <a:pt x="206692" y="239268"/>
                        <a:pt x="170212" y="258318"/>
                        <a:pt x="129159" y="258318"/>
                      </a:cubicBezTo>
                      <a:cubicBezTo>
                        <a:pt x="88106" y="258318"/>
                        <a:pt x="51625" y="239268"/>
                        <a:pt x="28004" y="209454"/>
                      </a:cubicBezTo>
                      <a:cubicBezTo>
                        <a:pt x="27337" y="208597"/>
                        <a:pt x="26670" y="207740"/>
                        <a:pt x="26003" y="206788"/>
                      </a:cubicBezTo>
                      <a:cubicBezTo>
                        <a:pt x="9716" y="185166"/>
                        <a:pt x="0" y="158305"/>
                        <a:pt x="0" y="129159"/>
                      </a:cubicBezTo>
                      <a:cubicBezTo>
                        <a:pt x="0" y="57817"/>
                        <a:pt x="57817" y="0"/>
                        <a:pt x="129159" y="0"/>
                      </a:cubicBezTo>
                      <a:cubicBezTo>
                        <a:pt x="176784" y="0"/>
                        <a:pt x="218313" y="25717"/>
                        <a:pt x="240697" y="64008"/>
                      </a:cubicBezTo>
                      <a:cubicBezTo>
                        <a:pt x="251936" y="83153"/>
                        <a:pt x="258318" y="105442"/>
                        <a:pt x="258318" y="1291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" name="Google Shape;1631;p48">
                  <a:extLst>
                    <a:ext uri="{FF2B5EF4-FFF2-40B4-BE49-F238E27FC236}">
                      <a16:creationId xmlns:a16="http://schemas.microsoft.com/office/drawing/2014/main" id="{7C18AFCE-3ABC-F3B3-2191-441497F9385E}"/>
                    </a:ext>
                  </a:extLst>
                </p:cNvPr>
                <p:cNvSpPr/>
                <p:nvPr/>
              </p:nvSpPr>
              <p:spPr>
                <a:xfrm>
                  <a:off x="8319600" y="4105440"/>
                  <a:ext cx="222480" cy="232920"/>
                </a:xfrm>
                <a:custGeom>
                  <a:avLst/>
                  <a:gdLst>
                    <a:gd name="textAreaLeft" fmla="*/ 0 w 222480"/>
                    <a:gd name="textAreaRight" fmla="*/ 222840 w 222480"/>
                    <a:gd name="textAreaTop" fmla="*/ 0 h 232920"/>
                    <a:gd name="textAreaBottom" fmla="*/ 233280 h 232920"/>
                  </a:gdLst>
                  <a:ahLst/>
                  <a:cxnLst/>
                  <a:rect l="textAreaLeft" t="textAreaTop" r="textAreaRight" b="textAreaBottom"/>
                  <a:pathLst>
                    <a:path w="202501" h="212216">
                      <a:moveTo>
                        <a:pt x="202406" y="163353"/>
                      </a:moveTo>
                      <a:cubicBezTo>
                        <a:pt x="178689" y="193167"/>
                        <a:pt x="142208" y="212217"/>
                        <a:pt x="101155" y="212217"/>
                      </a:cubicBezTo>
                      <a:cubicBezTo>
                        <a:pt x="60103" y="212217"/>
                        <a:pt x="23622" y="193167"/>
                        <a:pt x="0" y="163353"/>
                      </a:cubicBezTo>
                      <a:cubicBezTo>
                        <a:pt x="9525" y="122682"/>
                        <a:pt x="42958" y="91249"/>
                        <a:pt x="84677" y="84582"/>
                      </a:cubicBezTo>
                      <a:cubicBezTo>
                        <a:pt x="68675" y="78010"/>
                        <a:pt x="57341" y="62293"/>
                        <a:pt x="57341" y="43910"/>
                      </a:cubicBezTo>
                      <a:cubicBezTo>
                        <a:pt x="57341" y="19717"/>
                        <a:pt x="76962" y="0"/>
                        <a:pt x="101251" y="0"/>
                      </a:cubicBezTo>
                      <a:cubicBezTo>
                        <a:pt x="125539" y="0"/>
                        <a:pt x="145161" y="19717"/>
                        <a:pt x="145161" y="43910"/>
                      </a:cubicBezTo>
                      <a:cubicBezTo>
                        <a:pt x="145161" y="62293"/>
                        <a:pt x="133826" y="78010"/>
                        <a:pt x="117824" y="84582"/>
                      </a:cubicBezTo>
                      <a:cubicBezTo>
                        <a:pt x="159544" y="91249"/>
                        <a:pt x="192976" y="122682"/>
                        <a:pt x="202501" y="1633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s-PE" sz="1800" b="0" u="none" strike="noStrike" noProof="0" dirty="0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92" name="Google Shape;1632;p48">
              <a:extLst>
                <a:ext uri="{FF2B5EF4-FFF2-40B4-BE49-F238E27FC236}">
                  <a16:creationId xmlns:a16="http://schemas.microsoft.com/office/drawing/2014/main" id="{17E04008-B9D4-0340-C3F3-1EE5F9CABB16}"/>
                </a:ext>
              </a:extLst>
            </p:cNvPr>
            <p:cNvSpPr/>
            <p:nvPr/>
          </p:nvSpPr>
          <p:spPr>
            <a:xfrm>
              <a:off x="8344440" y="4860720"/>
              <a:ext cx="172440" cy="2772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157162" h="25527">
                  <a:moveTo>
                    <a:pt x="144399" y="25527"/>
                  </a:moveTo>
                  <a:lnTo>
                    <a:pt x="12764" y="25527"/>
                  </a:lnTo>
                  <a:cubicBezTo>
                    <a:pt x="5715" y="25527"/>
                    <a:pt x="0" y="19812"/>
                    <a:pt x="0" y="12764"/>
                  </a:cubicBezTo>
                  <a:lnTo>
                    <a:pt x="0" y="12764"/>
                  </a:lnTo>
                  <a:cubicBezTo>
                    <a:pt x="0" y="5715"/>
                    <a:pt x="5715" y="0"/>
                    <a:pt x="12764" y="0"/>
                  </a:cubicBezTo>
                  <a:lnTo>
                    <a:pt x="144399" y="0"/>
                  </a:lnTo>
                  <a:cubicBezTo>
                    <a:pt x="151448" y="0"/>
                    <a:pt x="157163" y="5715"/>
                    <a:pt x="157163" y="12764"/>
                  </a:cubicBezTo>
                  <a:lnTo>
                    <a:pt x="157163" y="12764"/>
                  </a:lnTo>
                  <a:cubicBezTo>
                    <a:pt x="157163" y="19812"/>
                    <a:pt x="151448" y="25527"/>
                    <a:pt x="144399" y="2552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PE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887137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537</Words>
  <Application>Microsoft Office PowerPoint</Application>
  <PresentationFormat>Presentación en pantalla (16:9)</PresentationFormat>
  <Paragraphs>49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Epilogue</vt:lpstr>
      <vt:lpstr>OpenSymbol</vt:lpstr>
      <vt:lpstr>Arial</vt:lpstr>
      <vt:lpstr>Calibri</vt:lpstr>
      <vt:lpstr>Lato</vt:lpstr>
      <vt:lpstr>Open Sans</vt:lpstr>
      <vt:lpstr>Symbol</vt:lpstr>
      <vt:lpstr>Wingdings</vt:lpstr>
      <vt:lpstr>Multimedia Software Pitch Deck by Slidesgo</vt:lpstr>
      <vt:lpstr>Slidesgo Final Pages</vt:lpstr>
      <vt:lpstr>Focuss</vt:lpstr>
      <vt:lpstr>Introducción</vt:lpstr>
      <vt:lpstr>Presentación de PowerPoint</vt:lpstr>
      <vt:lpstr>Presentación de PowerPoint</vt:lpstr>
      <vt:lpstr>Presentación de PowerPoint</vt:lpstr>
      <vt:lpstr>Problema y solución</vt:lpstr>
      <vt:lpstr>Detalles técnicos</vt:lpstr>
      <vt:lpstr>Presentación de PowerPoint</vt:lpstr>
      <vt:lpstr>Casos de uso</vt:lpstr>
      <vt:lpstr>Presentación de PowerPoint</vt:lpstr>
      <vt:lpstr>Conclusiones</vt:lpstr>
      <vt:lpstr>Gracias!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ALUMNO - JEFFREY WILLIAM LEYVA SOSA</cp:lastModifiedBy>
  <cp:revision>10</cp:revision>
  <dcterms:modified xsi:type="dcterms:W3CDTF">2026-04-15T03:46:26Z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2026-04-15T02:59:11Z</dcterms:created>
  <dc:creator>Unknown Creator</dc:creator>
  <dc:description/>
  <dc:language>en-US</dc:language>
  <cp:lastModifiedBy>Unknown Creator</cp:lastModifiedBy>
  <dcterms:modified xsi:type="dcterms:W3CDTF">2026-04-15T02:59:11Z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